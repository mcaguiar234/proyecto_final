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IBM Plex Sans" panose="020B0503050203000203" pitchFamily="34" charset="0"/>
      <p:regular r:id="rId13"/>
    </p:embeddedFont>
    <p:embeddedFont>
      <p:font typeface="IBM Plex Sans Condensed" panose="020B0506050203000203" pitchFamily="3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slide" Target="slide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.xml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slide" Target="slide1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7" Type="http://schemas.openxmlformats.org/officeDocument/2006/relationships/image" Target="../media/image3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2351935" y="1289575"/>
            <a:ext cx="13729337" cy="2632789"/>
            <a:chOff x="0" y="0"/>
            <a:chExt cx="4610367" cy="884098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4432554" cy="82423"/>
            </a:xfrm>
            <a:custGeom>
              <a:avLst/>
              <a:gdLst/>
              <a:ahLst/>
              <a:cxnLst/>
              <a:rect l="l" t="t" r="r" b="b"/>
              <a:pathLst>
                <a:path w="4432554" h="82423">
                  <a:moveTo>
                    <a:pt x="0" y="50800"/>
                  </a:moveTo>
                  <a:cubicBezTo>
                    <a:pt x="0" y="22860"/>
                    <a:pt x="22860" y="0"/>
                    <a:pt x="50800" y="0"/>
                  </a:cubicBezTo>
                  <a:lnTo>
                    <a:pt x="4381754" y="0"/>
                  </a:lnTo>
                  <a:cubicBezTo>
                    <a:pt x="4409694" y="0"/>
                    <a:pt x="4432554" y="22860"/>
                    <a:pt x="4432554" y="50800"/>
                  </a:cubicBezTo>
                  <a:lnTo>
                    <a:pt x="4432554" y="82423"/>
                  </a:lnTo>
                  <a:lnTo>
                    <a:pt x="0" y="82423"/>
                  </a:lnTo>
                </a:path>
              </a:pathLst>
            </a:custGeom>
            <a:solidFill>
              <a:srgbClr val="3333B3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4" name="Freeform 4"/>
            <p:cNvSpPr/>
            <p:nvPr/>
          </p:nvSpPr>
          <p:spPr>
            <a:xfrm>
              <a:off x="114300" y="126746"/>
              <a:ext cx="4432554" cy="693801"/>
            </a:xfrm>
            <a:custGeom>
              <a:avLst/>
              <a:gdLst/>
              <a:ahLst/>
              <a:cxnLst/>
              <a:rect l="l" t="t" r="r" b="b"/>
              <a:pathLst>
                <a:path w="4432554" h="693801">
                  <a:moveTo>
                    <a:pt x="0" y="693801"/>
                  </a:moveTo>
                  <a:lnTo>
                    <a:pt x="4432554" y="693801"/>
                  </a:lnTo>
                  <a:lnTo>
                    <a:pt x="44325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5" name="Freeform 5"/>
            <p:cNvSpPr/>
            <p:nvPr/>
          </p:nvSpPr>
          <p:spPr>
            <a:xfrm>
              <a:off x="63500" y="107950"/>
              <a:ext cx="4432554" cy="661797"/>
            </a:xfrm>
            <a:custGeom>
              <a:avLst/>
              <a:gdLst/>
              <a:ahLst/>
              <a:cxnLst/>
              <a:rect l="l" t="t" r="r" b="b"/>
              <a:pathLst>
                <a:path w="4432554" h="661797">
                  <a:moveTo>
                    <a:pt x="0" y="610997"/>
                  </a:moveTo>
                  <a:cubicBezTo>
                    <a:pt x="0" y="638937"/>
                    <a:pt x="22860" y="661797"/>
                    <a:pt x="50800" y="661797"/>
                  </a:cubicBezTo>
                  <a:lnTo>
                    <a:pt x="4381754" y="661797"/>
                  </a:lnTo>
                  <a:cubicBezTo>
                    <a:pt x="4409694" y="661797"/>
                    <a:pt x="4432554" y="638937"/>
                    <a:pt x="4432554" y="610997"/>
                  </a:cubicBezTo>
                  <a:lnTo>
                    <a:pt x="4432554" y="0"/>
                  </a:lnTo>
                  <a:lnTo>
                    <a:pt x="0" y="0"/>
                  </a:lnTo>
                </a:path>
              </a:pathLst>
            </a:custGeom>
            <a:solidFill>
              <a:srgbClr val="3333B3"/>
            </a:solidFill>
          </p:spPr>
          <p:txBody>
            <a:bodyPr/>
            <a:lstStyle/>
            <a:p>
              <a:endParaRPr lang="es-EC"/>
            </a:p>
          </p:txBody>
        </p:sp>
      </p:grpSp>
      <p:sp>
        <p:nvSpPr>
          <p:cNvPr id="6" name="Freeform 6"/>
          <p:cNvSpPr/>
          <p:nvPr/>
        </p:nvSpPr>
        <p:spPr>
          <a:xfrm>
            <a:off x="8348528" y="8283105"/>
            <a:ext cx="1584796" cy="524181"/>
          </a:xfrm>
          <a:custGeom>
            <a:avLst/>
            <a:gdLst/>
            <a:ahLst/>
            <a:cxnLst/>
            <a:rect l="l" t="t" r="r" b="b"/>
            <a:pathLst>
              <a:path w="1584796" h="524181">
                <a:moveTo>
                  <a:pt x="0" y="0"/>
                </a:moveTo>
                <a:lnTo>
                  <a:pt x="1584796" y="0"/>
                </a:lnTo>
                <a:lnTo>
                  <a:pt x="1584796" y="524181"/>
                </a:lnTo>
                <a:lnTo>
                  <a:pt x="0" y="5241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2090639" y="9776084"/>
            <a:ext cx="14100263" cy="704722"/>
            <a:chOff x="0" y="0"/>
            <a:chExt cx="4734928" cy="236652"/>
          </a:xfrm>
        </p:grpSpPr>
        <p:sp>
          <p:nvSpPr>
            <p:cNvPr id="8" name="Freeform 8"/>
            <p:cNvSpPr/>
            <p:nvPr/>
          </p:nvSpPr>
          <p:spPr>
            <a:xfrm>
              <a:off x="63500" y="63500"/>
              <a:ext cx="1535938" cy="109601"/>
            </a:xfrm>
            <a:custGeom>
              <a:avLst/>
              <a:gdLst/>
              <a:ahLst/>
              <a:cxnLst/>
              <a:rect l="l" t="t" r="r" b="b"/>
              <a:pathLst>
                <a:path w="1535938" h="109601">
                  <a:moveTo>
                    <a:pt x="0" y="109601"/>
                  </a:moveTo>
                  <a:lnTo>
                    <a:pt x="1535938" y="109601"/>
                  </a:lnTo>
                  <a:lnTo>
                    <a:pt x="15359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9" name="Freeform 9"/>
            <p:cNvSpPr/>
            <p:nvPr/>
          </p:nvSpPr>
          <p:spPr>
            <a:xfrm>
              <a:off x="1599438" y="63500"/>
              <a:ext cx="1536065" cy="109601"/>
            </a:xfrm>
            <a:custGeom>
              <a:avLst/>
              <a:gdLst/>
              <a:ahLst/>
              <a:cxnLst/>
              <a:rect l="l" t="t" r="r" b="b"/>
              <a:pathLst>
                <a:path w="1536065" h="109601">
                  <a:moveTo>
                    <a:pt x="0" y="109601"/>
                  </a:moveTo>
                  <a:lnTo>
                    <a:pt x="1536065" y="109601"/>
                  </a:lnTo>
                  <a:lnTo>
                    <a:pt x="15360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8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3135503" y="63500"/>
              <a:ext cx="1535938" cy="109601"/>
            </a:xfrm>
            <a:custGeom>
              <a:avLst/>
              <a:gdLst/>
              <a:ahLst/>
              <a:cxnLst/>
              <a:rect l="l" t="t" r="r" b="b"/>
              <a:pathLst>
                <a:path w="1535938" h="109601">
                  <a:moveTo>
                    <a:pt x="0" y="109601"/>
                  </a:moveTo>
                  <a:lnTo>
                    <a:pt x="1535938" y="109601"/>
                  </a:lnTo>
                  <a:lnTo>
                    <a:pt x="15359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/>
            <a:lstStyle/>
            <a:p>
              <a:endParaRPr lang="es-EC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993744" y="1885819"/>
            <a:ext cx="12540428" cy="130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40"/>
              </a:lnSpc>
            </a:pPr>
            <a:r>
              <a:rPr lang="en-US" sz="4272" spc="-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Estimación de horas en actividades no remuneradas con aprendizaje supervisado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85388" y="4248626"/>
            <a:ext cx="2561082" cy="54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8"/>
              </a:lnSpc>
            </a:pPr>
            <a:r>
              <a:rPr lang="en-US" sz="3248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Magaly</a:t>
            </a:r>
            <a:r>
              <a:rPr lang="en-US" sz="3248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Aguiar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03741" y="6463687"/>
            <a:ext cx="3339837" cy="54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8"/>
              </a:lnSpc>
            </a:pPr>
            <a:r>
              <a:rPr lang="en-US" sz="3248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</a:t>
            </a:r>
            <a:r>
              <a:rPr lang="en-US" sz="3248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</a:t>
            </a:r>
            <a:r>
              <a:rPr lang="en-US" sz="3248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mayo</a:t>
            </a:r>
            <a:r>
              <a:rPr lang="en-US" sz="3248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</a:t>
            </a:r>
            <a:r>
              <a:rPr lang="en-US" sz="3248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2025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54727" y="5337311"/>
            <a:ext cx="4663648" cy="705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9"/>
              </a:lnSpc>
            </a:pPr>
            <a:r>
              <a:rPr lang="en-US" sz="2373" spc="-4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Universidad</a:t>
            </a:r>
            <a:r>
              <a:rPr lang="en-US" sz="2373" spc="-4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373" spc="-4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Yachay</a:t>
            </a:r>
            <a:r>
              <a:rPr lang="en-US" sz="2373" spc="-4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373" spc="-4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Tech Fundamentos</a:t>
            </a:r>
            <a:r>
              <a:rPr lang="en-US" sz="2373" spc="-4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373" spc="-4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</a:t>
            </a:r>
            <a:r>
              <a:rPr lang="en-US" sz="2373" spc="-4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373" spc="-4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Ciencia</a:t>
            </a:r>
            <a:r>
              <a:rPr lang="en-US" sz="2373" spc="-4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373" spc="-4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</a:t>
            </a:r>
            <a:r>
              <a:rPr lang="en-US" sz="2373" spc="-4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373" spc="-4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Datos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36319" y="9974597"/>
            <a:ext cx="1490143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Magaly Aguiar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18419" y="9974597"/>
            <a:ext cx="1473634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u="none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Proyecto</a:t>
            </a: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780" u="none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Final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421537" y="9974597"/>
            <a:ext cx="1944177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3 de mayo de 2025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240484" y="9974597"/>
            <a:ext cx="767770" cy="295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17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2279746" y="0"/>
            <a:ext cx="13722303" cy="1042603"/>
            <a:chOff x="0" y="0"/>
            <a:chExt cx="4608004" cy="3501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07941" cy="350139"/>
            </a:xfrm>
            <a:custGeom>
              <a:avLst/>
              <a:gdLst/>
              <a:ahLst/>
              <a:cxnLst/>
              <a:rect l="l" t="t" r="r" b="b"/>
              <a:pathLst>
                <a:path w="4607941" h="350139">
                  <a:moveTo>
                    <a:pt x="0" y="0"/>
                  </a:moveTo>
                  <a:lnTo>
                    <a:pt x="0" y="350139"/>
                  </a:lnTo>
                  <a:lnTo>
                    <a:pt x="4607941" y="350139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/>
            <a:lstStyle/>
            <a:p>
              <a:endParaRPr lang="es-EC"/>
            </a:p>
          </p:txBody>
        </p:sp>
      </p:grpSp>
      <p:sp>
        <p:nvSpPr>
          <p:cNvPr id="4" name="Freeform 4"/>
          <p:cNvSpPr/>
          <p:nvPr/>
        </p:nvSpPr>
        <p:spPr>
          <a:xfrm>
            <a:off x="2279746" y="3497802"/>
            <a:ext cx="14106730" cy="6635678"/>
          </a:xfrm>
          <a:custGeom>
            <a:avLst/>
            <a:gdLst/>
            <a:ahLst/>
            <a:cxnLst/>
            <a:rect l="l" t="t" r="r" b="b"/>
            <a:pathLst>
              <a:path w="14106730" h="6635678">
                <a:moveTo>
                  <a:pt x="0" y="0"/>
                </a:moveTo>
                <a:lnTo>
                  <a:pt x="14106731" y="0"/>
                </a:lnTo>
                <a:lnTo>
                  <a:pt x="14106731" y="6635678"/>
                </a:lnTo>
                <a:lnTo>
                  <a:pt x="0" y="6635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20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5" name="TextBox 5"/>
          <p:cNvSpPr txBox="1"/>
          <p:nvPr/>
        </p:nvSpPr>
        <p:spPr>
          <a:xfrm>
            <a:off x="2601374" y="222855"/>
            <a:ext cx="2110678" cy="710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81"/>
              </a:lnSpc>
            </a:pPr>
            <a:r>
              <a:rPr lang="en-US" sz="4272" spc="-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Objetivos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17471" y="4269787"/>
            <a:ext cx="11723013" cy="4446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7"/>
              </a:lnSpc>
            </a:pP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Predecir</a:t>
            </a:r>
            <a:r>
              <a:rPr lang="en-US" sz="3153" spc="3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la</a:t>
            </a:r>
            <a:r>
              <a:rPr lang="en-US" sz="3153" spc="3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realización</a:t>
            </a:r>
            <a:r>
              <a:rPr lang="en-US" sz="3153" spc="3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</a:t>
            </a:r>
            <a:r>
              <a:rPr lang="en-US" sz="3153" spc="3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trabajo</a:t>
            </a:r>
            <a:r>
              <a:rPr lang="en-US" sz="3153" spc="3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</a:t>
            </a:r>
            <a:r>
              <a:rPr lang="en-US" sz="3153" spc="3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remunerado</a:t>
            </a:r>
            <a:r>
              <a:rPr lang="en-US" sz="3153" spc="3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(ut01), diferenciando</a:t>
            </a:r>
            <a:r>
              <a:rPr lang="en-US" sz="3153" spc="3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por</a:t>
            </a:r>
            <a:r>
              <a:rPr lang="en-US" sz="3153" spc="3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sexo.</a:t>
            </a:r>
          </a:p>
          <a:p>
            <a:pPr algn="l">
              <a:lnSpc>
                <a:spcPts val="5645"/>
              </a:lnSpc>
            </a:pP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Estimar</a:t>
            </a:r>
            <a:r>
              <a:rPr lang="en-US" sz="3153" spc="3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la</a:t>
            </a:r>
            <a:r>
              <a:rPr lang="en-US" sz="3153" spc="3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probabilidad</a:t>
            </a:r>
            <a:r>
              <a:rPr lang="en-US" sz="3153" spc="3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</a:t>
            </a:r>
            <a:r>
              <a:rPr lang="en-US" sz="3153" spc="3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cocinar</a:t>
            </a:r>
            <a:r>
              <a:rPr lang="en-US" sz="3153" spc="3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(ut15)</a:t>
            </a:r>
            <a:r>
              <a:rPr lang="en-US" sz="3153" spc="3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en</a:t>
            </a:r>
            <a:r>
              <a:rPr lang="en-US" sz="3153" spc="3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quienes</a:t>
            </a:r>
            <a:r>
              <a:rPr lang="en-US" sz="3153" spc="3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realizan</a:t>
            </a:r>
            <a:r>
              <a:rPr lang="en-US" sz="3153" spc="3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trabajo</a:t>
            </a:r>
          </a:p>
          <a:p>
            <a:pPr algn="l">
              <a:lnSpc>
                <a:spcPts val="2188"/>
              </a:lnSpc>
            </a:pP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</a:t>
            </a:r>
            <a:r>
              <a:rPr lang="en-US" sz="3153" spc="3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remunerado.</a:t>
            </a:r>
          </a:p>
          <a:p>
            <a:pPr algn="l">
              <a:lnSpc>
                <a:spcPts val="7373"/>
              </a:lnSpc>
            </a:pP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Predecir</a:t>
            </a:r>
            <a:r>
              <a:rPr lang="en-US" sz="3153" spc="3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las</a:t>
            </a:r>
            <a:r>
              <a:rPr lang="en-US" sz="3153" spc="3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horas</a:t>
            </a:r>
            <a:r>
              <a:rPr lang="en-US" sz="3153" spc="3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semanales</a:t>
            </a:r>
            <a:r>
              <a:rPr lang="en-US" sz="3153" spc="3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dedicadas</a:t>
            </a:r>
            <a:r>
              <a:rPr lang="en-US" sz="3153" spc="3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3153" spc="3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cocinar</a:t>
            </a:r>
            <a:r>
              <a:rPr lang="en-US" sz="3153" spc="3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(ut15semt)</a:t>
            </a:r>
            <a:r>
              <a:rPr lang="en-US" sz="3153" spc="3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en</a:t>
            </a:r>
          </a:p>
          <a:p>
            <a:pPr algn="l">
              <a:lnSpc>
                <a:spcPts val="1576"/>
              </a:lnSpc>
            </a:pPr>
            <a:r>
              <a:rPr lang="en-US" sz="3153" spc="3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personas</a:t>
            </a:r>
            <a:r>
              <a:rPr lang="en-US" sz="3153" spc="3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3" spc="3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que</a:t>
            </a:r>
            <a:r>
              <a:rPr lang="en-US" sz="3153" spc="3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3" spc="3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realizan</a:t>
            </a:r>
            <a:r>
              <a:rPr lang="en-US" sz="3153" spc="3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3" spc="3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dicha</a:t>
            </a:r>
            <a:r>
              <a:rPr lang="en-US" sz="3153" spc="3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3" spc="3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actividad.</a:t>
            </a:r>
          </a:p>
          <a:p>
            <a:pPr algn="l">
              <a:lnSpc>
                <a:spcPts val="7884"/>
              </a:lnSpc>
            </a:pP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Comparar</a:t>
            </a:r>
            <a:r>
              <a:rPr lang="en-US" sz="3153" spc="3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los</a:t>
            </a:r>
            <a:r>
              <a:rPr lang="en-US" sz="3153" spc="3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resultados</a:t>
            </a:r>
            <a:r>
              <a:rPr lang="en-US" sz="3153" spc="3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proyectados</a:t>
            </a:r>
            <a:r>
              <a:rPr lang="en-US" sz="3153" spc="3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con</a:t>
            </a:r>
            <a:r>
              <a:rPr lang="en-US" sz="3153" spc="3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datos</a:t>
            </a:r>
            <a:r>
              <a:rPr lang="en-US" sz="3153" spc="3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históricos,</a:t>
            </a:r>
            <a:r>
              <a:rPr lang="en-US" sz="3153" spc="3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evaluando</a:t>
            </a:r>
          </a:p>
          <a:p>
            <a:pPr algn="l">
              <a:lnSpc>
                <a:spcPts val="1576"/>
              </a:lnSpc>
            </a:pPr>
            <a:r>
              <a:rPr lang="en-US" sz="3153" spc="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desempeño y consistencia por género.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77704" y="1274936"/>
            <a:ext cx="13155064" cy="172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3560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Predecir</a:t>
            </a:r>
            <a:r>
              <a:rPr lang="en-US" sz="3560" spc="-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560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el</a:t>
            </a:r>
            <a:r>
              <a:rPr lang="en-US" sz="3560" spc="-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560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número</a:t>
            </a:r>
            <a:r>
              <a:rPr lang="en-US" sz="3560" spc="-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560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</a:t>
            </a:r>
            <a:r>
              <a:rPr lang="en-US" sz="3560" spc="-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560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horas</a:t>
            </a:r>
            <a:r>
              <a:rPr lang="en-US" sz="3560" spc="-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560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semanales</a:t>
            </a:r>
            <a:r>
              <a:rPr lang="en-US" sz="3560" spc="-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560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dedicadas</a:t>
            </a:r>
            <a:r>
              <a:rPr lang="en-US" sz="3560" spc="-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560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3560" spc="-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560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cocinar</a:t>
            </a:r>
            <a:r>
              <a:rPr lang="en-US" sz="3560" spc="-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560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(ut15semt) mediante técnicas de aprendizaje automático,  considerando variables sociodemográficas y laborales, en personas que realizan actividades del hogar</a:t>
            </a:r>
            <a:r>
              <a:rPr lang="en-US" sz="3560" spc="-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560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(ut01</a:t>
            </a:r>
            <a:r>
              <a:rPr lang="en-US" sz="3560" spc="-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560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==</a:t>
            </a:r>
            <a:r>
              <a:rPr lang="en-US" sz="3560" spc="-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560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1)</a:t>
            </a:r>
            <a:r>
              <a:rPr lang="en-US" sz="3560" spc="-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560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</a:t>
            </a:r>
            <a:r>
              <a:rPr lang="en-US" sz="3560" spc="-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560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específicamente</a:t>
            </a:r>
            <a:r>
              <a:rPr lang="en-US" sz="3560" spc="-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560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la</a:t>
            </a:r>
            <a:r>
              <a:rPr lang="en-US" sz="3560" spc="-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560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actividad</a:t>
            </a:r>
            <a:r>
              <a:rPr lang="en-US" sz="3560" spc="-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560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</a:t>
            </a:r>
            <a:r>
              <a:rPr lang="en-US" sz="3560" spc="-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560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cocinar</a:t>
            </a:r>
            <a:r>
              <a:rPr lang="en-US" sz="3560" spc="-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560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(ut15</a:t>
            </a:r>
            <a:r>
              <a:rPr lang="en-US" sz="3560" spc="-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560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==</a:t>
            </a:r>
            <a:r>
              <a:rPr lang="en-US" sz="3560" spc="-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560" spc="-1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1).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067748" y="4160557"/>
            <a:ext cx="122507" cy="479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0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67748" y="5488938"/>
            <a:ext cx="122507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067748" y="6626818"/>
            <a:ext cx="122507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67748" y="7764699"/>
            <a:ext cx="122507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836319" y="9974597"/>
            <a:ext cx="1490143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Magaly Aguiar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18419" y="9974597"/>
            <a:ext cx="1473634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  <a:hlinkClick r:id="rId3" action="ppaction://hlinksldjump"/>
              </a:rPr>
              <a:t>Proyecto</a:t>
            </a: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  <a:hlinkClick r:id="rId3" action="ppaction://hlinksldjump"/>
              </a:rPr>
              <a:t>Final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421537" y="9974597"/>
            <a:ext cx="1944177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3 de mayo de 2025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240484" y="9974597"/>
            <a:ext cx="571692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17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2/12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780980" y="3412077"/>
            <a:ext cx="5637439" cy="714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81"/>
              </a:lnSpc>
            </a:pPr>
            <a:r>
              <a:rPr lang="en-US" sz="4272" spc="-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Objetivos Específicos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550502" y="9575434"/>
            <a:ext cx="1490143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Magaly Aguiar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32601" y="9575434"/>
            <a:ext cx="1473634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  <a:hlinkClick r:id="rId3" action="ppaction://hlinksldjump"/>
              </a:rPr>
              <a:t>Proyecto</a:t>
            </a: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  <a:hlinkClick r:id="rId3" action="ppaction://hlinksldjump"/>
              </a:rPr>
              <a:t>Final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135720" y="9575434"/>
            <a:ext cx="1944177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3 de mayo de 2025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954638" y="9575434"/>
            <a:ext cx="857538" cy="295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17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33582" y="1664075"/>
            <a:ext cx="756403" cy="2571748"/>
          </a:xfrm>
          <a:custGeom>
            <a:avLst/>
            <a:gdLst/>
            <a:ahLst/>
            <a:cxnLst/>
            <a:rect l="l" t="t" r="r" b="b"/>
            <a:pathLst>
              <a:path w="756403" h="2571748">
                <a:moveTo>
                  <a:pt x="0" y="0"/>
                </a:moveTo>
                <a:lnTo>
                  <a:pt x="756403" y="0"/>
                </a:lnTo>
                <a:lnTo>
                  <a:pt x="756403" y="2571748"/>
                </a:lnTo>
                <a:lnTo>
                  <a:pt x="0" y="25717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3" name="Freeform 3"/>
          <p:cNvSpPr/>
          <p:nvPr/>
        </p:nvSpPr>
        <p:spPr>
          <a:xfrm>
            <a:off x="3943822" y="4311443"/>
            <a:ext cx="226918" cy="226918"/>
          </a:xfrm>
          <a:custGeom>
            <a:avLst/>
            <a:gdLst/>
            <a:ahLst/>
            <a:cxnLst/>
            <a:rect l="l" t="t" r="r" b="b"/>
            <a:pathLst>
              <a:path w="226918" h="226918">
                <a:moveTo>
                  <a:pt x="0" y="0"/>
                </a:moveTo>
                <a:lnTo>
                  <a:pt x="226918" y="0"/>
                </a:lnTo>
                <a:lnTo>
                  <a:pt x="226918" y="226918"/>
                </a:lnTo>
                <a:lnTo>
                  <a:pt x="0" y="2269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4" name="Freeform 4"/>
          <p:cNvSpPr/>
          <p:nvPr/>
        </p:nvSpPr>
        <p:spPr>
          <a:xfrm>
            <a:off x="3943822" y="5219116"/>
            <a:ext cx="226918" cy="226918"/>
          </a:xfrm>
          <a:custGeom>
            <a:avLst/>
            <a:gdLst/>
            <a:ahLst/>
            <a:cxnLst/>
            <a:rect l="l" t="t" r="r" b="b"/>
            <a:pathLst>
              <a:path w="226918" h="226918">
                <a:moveTo>
                  <a:pt x="0" y="0"/>
                </a:moveTo>
                <a:lnTo>
                  <a:pt x="226918" y="0"/>
                </a:lnTo>
                <a:lnTo>
                  <a:pt x="226918" y="226918"/>
                </a:lnTo>
                <a:lnTo>
                  <a:pt x="0" y="2269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2279746" y="0"/>
            <a:ext cx="13722303" cy="1042603"/>
            <a:chOff x="0" y="0"/>
            <a:chExt cx="4608004" cy="3501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607941" cy="350139"/>
            </a:xfrm>
            <a:custGeom>
              <a:avLst/>
              <a:gdLst/>
              <a:ahLst/>
              <a:cxnLst/>
              <a:rect l="l" t="t" r="r" b="b"/>
              <a:pathLst>
                <a:path w="4607941" h="350139">
                  <a:moveTo>
                    <a:pt x="0" y="0"/>
                  </a:moveTo>
                  <a:lnTo>
                    <a:pt x="0" y="350139"/>
                  </a:lnTo>
                  <a:lnTo>
                    <a:pt x="4607941" y="350139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/>
            <a:lstStyle/>
            <a:p>
              <a:endParaRPr lang="es-EC"/>
            </a:p>
          </p:txBody>
        </p:sp>
      </p:grpSp>
      <p:sp>
        <p:nvSpPr>
          <p:cNvPr id="7" name="Freeform 7"/>
          <p:cNvSpPr/>
          <p:nvPr/>
        </p:nvSpPr>
        <p:spPr>
          <a:xfrm>
            <a:off x="2279746" y="9454910"/>
            <a:ext cx="14106730" cy="1058942"/>
          </a:xfrm>
          <a:custGeom>
            <a:avLst/>
            <a:gdLst/>
            <a:ahLst/>
            <a:cxnLst/>
            <a:rect l="l" t="t" r="r" b="b"/>
            <a:pathLst>
              <a:path w="14106730" h="1058942">
                <a:moveTo>
                  <a:pt x="0" y="0"/>
                </a:moveTo>
                <a:lnTo>
                  <a:pt x="14106731" y="0"/>
                </a:lnTo>
                <a:lnTo>
                  <a:pt x="14106731" y="1058942"/>
                </a:lnTo>
                <a:lnTo>
                  <a:pt x="0" y="10589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8" name="TextBox 8"/>
          <p:cNvSpPr txBox="1"/>
          <p:nvPr/>
        </p:nvSpPr>
        <p:spPr>
          <a:xfrm>
            <a:off x="2601374" y="222855"/>
            <a:ext cx="8219026" cy="7161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81"/>
              </a:lnSpc>
            </a:pPr>
            <a:r>
              <a:rPr lang="en-US" sz="4272" spc="-17" dirty="0" err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Descripción</a:t>
            </a:r>
            <a:r>
              <a:rPr lang="en-US" sz="4272" spc="-17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de la </a:t>
            </a:r>
            <a:r>
              <a:rPr lang="en-US" sz="4272" spc="-17" dirty="0" err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información</a:t>
            </a:r>
            <a:endParaRPr lang="en-US" sz="4272" spc="-17" dirty="0">
              <a:solidFill>
                <a:srgbClr val="FFFFFF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067804" y="1697050"/>
            <a:ext cx="122507" cy="479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0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067748" y="2322492"/>
            <a:ext cx="122507" cy="479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0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67748" y="2947964"/>
            <a:ext cx="122507" cy="479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0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067748" y="3513103"/>
            <a:ext cx="122507" cy="479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0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836319" y="9974597"/>
            <a:ext cx="1490143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Magaly Aguiar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18419" y="9974597"/>
            <a:ext cx="1473634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  <a:hlinkClick r:id="rId6" action="ppaction://hlinksldjump"/>
              </a:rPr>
              <a:t>Proyecto</a:t>
            </a: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  <a:hlinkClick r:id="rId6" action="ppaction://hlinksldjump"/>
              </a:rPr>
              <a:t>Final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421537" y="9974597"/>
            <a:ext cx="1944177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3 de mayo de 2025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240455" y="9974597"/>
            <a:ext cx="761594" cy="295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17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3/11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517471" y="1720554"/>
            <a:ext cx="9611228" cy="2388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4"/>
              </a:lnSpc>
            </a:pPr>
            <a:r>
              <a:rPr lang="en-US" sz="3248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Número de registros: 281.450 casos </a:t>
            </a:r>
          </a:p>
          <a:p>
            <a:pPr algn="l">
              <a:lnSpc>
                <a:spcPts val="4924"/>
              </a:lnSpc>
            </a:pPr>
            <a:r>
              <a:rPr lang="en-US" sz="3248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Fuente:Módulo 5. Uso de Tiempo - ENEMDU - INEC Años: 2012,2015,2017,2019,2023,2024</a:t>
            </a:r>
          </a:p>
          <a:p>
            <a:pPr algn="l">
              <a:lnSpc>
                <a:spcPts val="3976"/>
              </a:lnSpc>
            </a:pPr>
            <a:r>
              <a:rPr lang="en-US" sz="3248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Variables</a:t>
            </a:r>
            <a:r>
              <a:rPr lang="en-US" sz="3248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utilizadas: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42658" y="4208133"/>
            <a:ext cx="9007456" cy="467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ut01: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Indicador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realización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trabajo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remunerado (1=Si,2=No) </a:t>
            </a:r>
          </a:p>
          <a:p>
            <a:pPr algn="l">
              <a:lnSpc>
                <a:spcPts val="3560"/>
              </a:lnSpc>
            </a:pP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ut15: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Indicador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realización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la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actividad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cocinar (1=Si,2=No) </a:t>
            </a:r>
          </a:p>
          <a:p>
            <a:pPr algn="l">
              <a:lnSpc>
                <a:spcPts val="3560"/>
              </a:lnSpc>
            </a:pP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ut15semt: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Horas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semanales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dedicadas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cocinar </a:t>
            </a:r>
          </a:p>
          <a:p>
            <a:pPr algn="l">
              <a:lnSpc>
                <a:spcPts val="3560"/>
              </a:lnSpc>
            </a:pP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p02:Género </a:t>
            </a:r>
          </a:p>
          <a:p>
            <a:pPr algn="l">
              <a:lnSpc>
                <a:spcPts val="3560"/>
              </a:lnSpc>
            </a:pP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p06: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Estado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Civil </a:t>
            </a:r>
          </a:p>
          <a:p>
            <a:pPr algn="l">
              <a:lnSpc>
                <a:spcPts val="3560"/>
              </a:lnSpc>
            </a:pP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p03: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Edad </a:t>
            </a:r>
          </a:p>
          <a:p>
            <a:pPr algn="l">
              <a:lnSpc>
                <a:spcPts val="3560"/>
              </a:lnSpc>
            </a:pP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p31: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Horas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trabajo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remunerado </a:t>
            </a:r>
          </a:p>
          <a:p>
            <a:pPr algn="l">
              <a:lnSpc>
                <a:spcPts val="3560"/>
              </a:lnSpc>
            </a:pP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area:Área(Urbano-Rural) </a:t>
            </a:r>
          </a:p>
          <a:p>
            <a:pPr algn="l">
              <a:lnSpc>
                <a:spcPts val="3560"/>
              </a:lnSpc>
            </a:pP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p04: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Relación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parentezco</a:t>
            </a:r>
          </a:p>
        </p:txBody>
      </p:sp>
      <p:sp>
        <p:nvSpPr>
          <p:cNvPr id="19" name="Freeform 19"/>
          <p:cNvSpPr/>
          <p:nvPr/>
        </p:nvSpPr>
        <p:spPr>
          <a:xfrm>
            <a:off x="3943822" y="5943070"/>
            <a:ext cx="226918" cy="226918"/>
          </a:xfrm>
          <a:custGeom>
            <a:avLst/>
            <a:gdLst/>
            <a:ahLst/>
            <a:cxnLst/>
            <a:rect l="l" t="t" r="r" b="b"/>
            <a:pathLst>
              <a:path w="226918" h="226918">
                <a:moveTo>
                  <a:pt x="0" y="0"/>
                </a:moveTo>
                <a:lnTo>
                  <a:pt x="226918" y="0"/>
                </a:lnTo>
                <a:lnTo>
                  <a:pt x="226918" y="226919"/>
                </a:lnTo>
                <a:lnTo>
                  <a:pt x="0" y="226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20" name="Freeform 20"/>
          <p:cNvSpPr/>
          <p:nvPr/>
        </p:nvSpPr>
        <p:spPr>
          <a:xfrm>
            <a:off x="3943822" y="6425242"/>
            <a:ext cx="226918" cy="226918"/>
          </a:xfrm>
          <a:custGeom>
            <a:avLst/>
            <a:gdLst/>
            <a:ahLst/>
            <a:cxnLst/>
            <a:rect l="l" t="t" r="r" b="b"/>
            <a:pathLst>
              <a:path w="226918" h="226918">
                <a:moveTo>
                  <a:pt x="0" y="0"/>
                </a:moveTo>
                <a:lnTo>
                  <a:pt x="226918" y="0"/>
                </a:lnTo>
                <a:lnTo>
                  <a:pt x="226918" y="226918"/>
                </a:lnTo>
                <a:lnTo>
                  <a:pt x="0" y="2269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21" name="Freeform 21"/>
          <p:cNvSpPr/>
          <p:nvPr/>
        </p:nvSpPr>
        <p:spPr>
          <a:xfrm>
            <a:off x="3943822" y="6907443"/>
            <a:ext cx="226918" cy="226918"/>
          </a:xfrm>
          <a:custGeom>
            <a:avLst/>
            <a:gdLst/>
            <a:ahLst/>
            <a:cxnLst/>
            <a:rect l="l" t="t" r="r" b="b"/>
            <a:pathLst>
              <a:path w="226918" h="226918">
                <a:moveTo>
                  <a:pt x="0" y="0"/>
                </a:moveTo>
                <a:lnTo>
                  <a:pt x="226918" y="0"/>
                </a:lnTo>
                <a:lnTo>
                  <a:pt x="226918" y="226918"/>
                </a:lnTo>
                <a:lnTo>
                  <a:pt x="0" y="2269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22" name="Freeform 22"/>
          <p:cNvSpPr/>
          <p:nvPr/>
        </p:nvSpPr>
        <p:spPr>
          <a:xfrm>
            <a:off x="3943822" y="7332914"/>
            <a:ext cx="226918" cy="226918"/>
          </a:xfrm>
          <a:custGeom>
            <a:avLst/>
            <a:gdLst/>
            <a:ahLst/>
            <a:cxnLst/>
            <a:rect l="l" t="t" r="r" b="b"/>
            <a:pathLst>
              <a:path w="226918" h="226918">
                <a:moveTo>
                  <a:pt x="0" y="0"/>
                </a:moveTo>
                <a:lnTo>
                  <a:pt x="226918" y="0"/>
                </a:lnTo>
                <a:lnTo>
                  <a:pt x="226918" y="226918"/>
                </a:lnTo>
                <a:lnTo>
                  <a:pt x="0" y="2269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23" name="Freeform 23"/>
          <p:cNvSpPr/>
          <p:nvPr/>
        </p:nvSpPr>
        <p:spPr>
          <a:xfrm>
            <a:off x="3943822" y="7758385"/>
            <a:ext cx="226918" cy="226918"/>
          </a:xfrm>
          <a:custGeom>
            <a:avLst/>
            <a:gdLst/>
            <a:ahLst/>
            <a:cxnLst/>
            <a:rect l="l" t="t" r="r" b="b"/>
            <a:pathLst>
              <a:path w="226918" h="226918">
                <a:moveTo>
                  <a:pt x="0" y="0"/>
                </a:moveTo>
                <a:lnTo>
                  <a:pt x="226918" y="0"/>
                </a:lnTo>
                <a:lnTo>
                  <a:pt x="226918" y="226918"/>
                </a:lnTo>
                <a:lnTo>
                  <a:pt x="0" y="2269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24" name="Freeform 24"/>
          <p:cNvSpPr/>
          <p:nvPr/>
        </p:nvSpPr>
        <p:spPr>
          <a:xfrm>
            <a:off x="3943822" y="8183857"/>
            <a:ext cx="226918" cy="226918"/>
          </a:xfrm>
          <a:custGeom>
            <a:avLst/>
            <a:gdLst/>
            <a:ahLst/>
            <a:cxnLst/>
            <a:rect l="l" t="t" r="r" b="b"/>
            <a:pathLst>
              <a:path w="226918" h="226918">
                <a:moveTo>
                  <a:pt x="0" y="0"/>
                </a:moveTo>
                <a:lnTo>
                  <a:pt x="226918" y="0"/>
                </a:lnTo>
                <a:lnTo>
                  <a:pt x="226918" y="226918"/>
                </a:lnTo>
                <a:lnTo>
                  <a:pt x="0" y="2269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25" name="Freeform 25"/>
          <p:cNvSpPr/>
          <p:nvPr/>
        </p:nvSpPr>
        <p:spPr>
          <a:xfrm>
            <a:off x="3943822" y="8606648"/>
            <a:ext cx="226918" cy="226918"/>
          </a:xfrm>
          <a:custGeom>
            <a:avLst/>
            <a:gdLst/>
            <a:ahLst/>
            <a:cxnLst/>
            <a:rect l="l" t="t" r="r" b="b"/>
            <a:pathLst>
              <a:path w="226918" h="226918">
                <a:moveTo>
                  <a:pt x="0" y="0"/>
                </a:moveTo>
                <a:lnTo>
                  <a:pt x="226918" y="0"/>
                </a:lnTo>
                <a:lnTo>
                  <a:pt x="226918" y="226918"/>
                </a:lnTo>
                <a:lnTo>
                  <a:pt x="0" y="2269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11770" y="1853155"/>
            <a:ext cx="226918" cy="226918"/>
          </a:xfrm>
          <a:custGeom>
            <a:avLst/>
            <a:gdLst/>
            <a:ahLst/>
            <a:cxnLst/>
            <a:rect l="l" t="t" r="r" b="b"/>
            <a:pathLst>
              <a:path w="226918" h="226918">
                <a:moveTo>
                  <a:pt x="0" y="0"/>
                </a:moveTo>
                <a:lnTo>
                  <a:pt x="226918" y="0"/>
                </a:lnTo>
                <a:lnTo>
                  <a:pt x="226918" y="226918"/>
                </a:lnTo>
                <a:lnTo>
                  <a:pt x="0" y="2269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3" name="Freeform 3"/>
          <p:cNvSpPr/>
          <p:nvPr/>
        </p:nvSpPr>
        <p:spPr>
          <a:xfrm>
            <a:off x="3111770" y="2458289"/>
            <a:ext cx="226918" cy="264728"/>
          </a:xfrm>
          <a:custGeom>
            <a:avLst/>
            <a:gdLst/>
            <a:ahLst/>
            <a:cxnLst/>
            <a:rect l="l" t="t" r="r" b="b"/>
            <a:pathLst>
              <a:path w="226918" h="264728">
                <a:moveTo>
                  <a:pt x="0" y="0"/>
                </a:moveTo>
                <a:lnTo>
                  <a:pt x="226918" y="0"/>
                </a:lnTo>
                <a:lnTo>
                  <a:pt x="226918" y="264728"/>
                </a:lnTo>
                <a:lnTo>
                  <a:pt x="0" y="2647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4" name="Freeform 4"/>
          <p:cNvSpPr/>
          <p:nvPr/>
        </p:nvSpPr>
        <p:spPr>
          <a:xfrm>
            <a:off x="3111770" y="3101204"/>
            <a:ext cx="226918" cy="226918"/>
          </a:xfrm>
          <a:custGeom>
            <a:avLst/>
            <a:gdLst/>
            <a:ahLst/>
            <a:cxnLst/>
            <a:rect l="l" t="t" r="r" b="b"/>
            <a:pathLst>
              <a:path w="226918" h="226918">
                <a:moveTo>
                  <a:pt x="0" y="0"/>
                </a:moveTo>
                <a:lnTo>
                  <a:pt x="226918" y="0"/>
                </a:lnTo>
                <a:lnTo>
                  <a:pt x="226918" y="226918"/>
                </a:lnTo>
                <a:lnTo>
                  <a:pt x="0" y="2269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5" name="Freeform 5"/>
          <p:cNvSpPr/>
          <p:nvPr/>
        </p:nvSpPr>
        <p:spPr>
          <a:xfrm>
            <a:off x="3111770" y="4197984"/>
            <a:ext cx="226918" cy="226918"/>
          </a:xfrm>
          <a:custGeom>
            <a:avLst/>
            <a:gdLst/>
            <a:ahLst/>
            <a:cxnLst/>
            <a:rect l="l" t="t" r="r" b="b"/>
            <a:pathLst>
              <a:path w="226918" h="226918">
                <a:moveTo>
                  <a:pt x="0" y="0"/>
                </a:moveTo>
                <a:lnTo>
                  <a:pt x="226918" y="0"/>
                </a:lnTo>
                <a:lnTo>
                  <a:pt x="226918" y="226918"/>
                </a:lnTo>
                <a:lnTo>
                  <a:pt x="0" y="2269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6" name="Freeform 6"/>
          <p:cNvSpPr/>
          <p:nvPr/>
        </p:nvSpPr>
        <p:spPr>
          <a:xfrm>
            <a:off x="3111770" y="8963264"/>
            <a:ext cx="226918" cy="226918"/>
          </a:xfrm>
          <a:custGeom>
            <a:avLst/>
            <a:gdLst/>
            <a:ahLst/>
            <a:cxnLst/>
            <a:rect l="l" t="t" r="r" b="b"/>
            <a:pathLst>
              <a:path w="226918" h="226918">
                <a:moveTo>
                  <a:pt x="0" y="0"/>
                </a:moveTo>
                <a:lnTo>
                  <a:pt x="226918" y="0"/>
                </a:lnTo>
                <a:lnTo>
                  <a:pt x="226918" y="226918"/>
                </a:lnTo>
                <a:lnTo>
                  <a:pt x="0" y="2269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7" name="Freeform 7"/>
          <p:cNvSpPr/>
          <p:nvPr/>
        </p:nvSpPr>
        <p:spPr>
          <a:xfrm>
            <a:off x="3792524" y="4614010"/>
            <a:ext cx="378187" cy="378187"/>
          </a:xfrm>
          <a:custGeom>
            <a:avLst/>
            <a:gdLst/>
            <a:ahLst/>
            <a:cxnLst/>
            <a:rect l="l" t="t" r="r" b="b"/>
            <a:pathLst>
              <a:path w="378187" h="378187">
                <a:moveTo>
                  <a:pt x="0" y="0"/>
                </a:moveTo>
                <a:lnTo>
                  <a:pt x="378187" y="0"/>
                </a:lnTo>
                <a:lnTo>
                  <a:pt x="378187" y="378187"/>
                </a:lnTo>
                <a:lnTo>
                  <a:pt x="0" y="3781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8" name="Freeform 8"/>
          <p:cNvSpPr/>
          <p:nvPr/>
        </p:nvSpPr>
        <p:spPr>
          <a:xfrm>
            <a:off x="3792524" y="5975519"/>
            <a:ext cx="378187" cy="378187"/>
          </a:xfrm>
          <a:custGeom>
            <a:avLst/>
            <a:gdLst/>
            <a:ahLst/>
            <a:cxnLst/>
            <a:rect l="l" t="t" r="r" b="b"/>
            <a:pathLst>
              <a:path w="378187" h="378187">
                <a:moveTo>
                  <a:pt x="0" y="0"/>
                </a:moveTo>
                <a:lnTo>
                  <a:pt x="378187" y="0"/>
                </a:lnTo>
                <a:lnTo>
                  <a:pt x="378187" y="378187"/>
                </a:lnTo>
                <a:lnTo>
                  <a:pt x="0" y="3781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9" name="Freeform 9"/>
          <p:cNvSpPr/>
          <p:nvPr/>
        </p:nvSpPr>
        <p:spPr>
          <a:xfrm>
            <a:off x="3792524" y="6883191"/>
            <a:ext cx="378187" cy="378187"/>
          </a:xfrm>
          <a:custGeom>
            <a:avLst/>
            <a:gdLst/>
            <a:ahLst/>
            <a:cxnLst/>
            <a:rect l="l" t="t" r="r" b="b"/>
            <a:pathLst>
              <a:path w="378187" h="378187">
                <a:moveTo>
                  <a:pt x="0" y="0"/>
                </a:moveTo>
                <a:lnTo>
                  <a:pt x="378187" y="0"/>
                </a:lnTo>
                <a:lnTo>
                  <a:pt x="378187" y="378187"/>
                </a:lnTo>
                <a:lnTo>
                  <a:pt x="0" y="37818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0" name="Freeform 10"/>
          <p:cNvSpPr/>
          <p:nvPr/>
        </p:nvSpPr>
        <p:spPr>
          <a:xfrm>
            <a:off x="3792524" y="7790863"/>
            <a:ext cx="378187" cy="378187"/>
          </a:xfrm>
          <a:custGeom>
            <a:avLst/>
            <a:gdLst/>
            <a:ahLst/>
            <a:cxnLst/>
            <a:rect l="l" t="t" r="r" b="b"/>
            <a:pathLst>
              <a:path w="378187" h="378187">
                <a:moveTo>
                  <a:pt x="0" y="0"/>
                </a:moveTo>
                <a:lnTo>
                  <a:pt x="378187" y="0"/>
                </a:lnTo>
                <a:lnTo>
                  <a:pt x="378187" y="378187"/>
                </a:lnTo>
                <a:lnTo>
                  <a:pt x="0" y="37818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2279746" y="0"/>
            <a:ext cx="13722303" cy="1042603"/>
            <a:chOff x="0" y="0"/>
            <a:chExt cx="4608004" cy="3501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607941" cy="350139"/>
            </a:xfrm>
            <a:custGeom>
              <a:avLst/>
              <a:gdLst/>
              <a:ahLst/>
              <a:cxnLst/>
              <a:rect l="l" t="t" r="r" b="b"/>
              <a:pathLst>
                <a:path w="4607941" h="350139">
                  <a:moveTo>
                    <a:pt x="0" y="0"/>
                  </a:moveTo>
                  <a:lnTo>
                    <a:pt x="0" y="350139"/>
                  </a:lnTo>
                  <a:lnTo>
                    <a:pt x="4607941" y="350139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/>
            <a:lstStyle/>
            <a:p>
              <a:endParaRPr lang="es-EC"/>
            </a:p>
          </p:txBody>
        </p:sp>
      </p:grpSp>
      <p:sp>
        <p:nvSpPr>
          <p:cNvPr id="13" name="Freeform 13"/>
          <p:cNvSpPr/>
          <p:nvPr/>
        </p:nvSpPr>
        <p:spPr>
          <a:xfrm>
            <a:off x="2279746" y="9454910"/>
            <a:ext cx="14106730" cy="1058942"/>
          </a:xfrm>
          <a:custGeom>
            <a:avLst/>
            <a:gdLst/>
            <a:ahLst/>
            <a:cxnLst/>
            <a:rect l="l" t="t" r="r" b="b"/>
            <a:pathLst>
              <a:path w="14106730" h="1058942">
                <a:moveTo>
                  <a:pt x="0" y="0"/>
                </a:moveTo>
                <a:lnTo>
                  <a:pt x="14106731" y="0"/>
                </a:lnTo>
                <a:lnTo>
                  <a:pt x="14106731" y="1058942"/>
                </a:lnTo>
                <a:lnTo>
                  <a:pt x="0" y="105894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4" name="TextBox 14"/>
          <p:cNvSpPr txBox="1"/>
          <p:nvPr/>
        </p:nvSpPr>
        <p:spPr>
          <a:xfrm>
            <a:off x="2601374" y="222855"/>
            <a:ext cx="2971974" cy="710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81"/>
              </a:lnSpc>
            </a:pPr>
            <a:r>
              <a:rPr lang="en-US" sz="4272" spc="-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Tratamientos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517471" y="1624284"/>
            <a:ext cx="12008830" cy="2898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4"/>
              </a:lnSpc>
            </a:pPr>
            <a:r>
              <a:rPr lang="en-US" sz="3248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Filtrado</a:t>
            </a:r>
            <a:r>
              <a:rPr lang="en-US" sz="3248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</a:t>
            </a:r>
            <a:r>
              <a:rPr lang="en-US" sz="3248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registros</a:t>
            </a:r>
            <a:r>
              <a:rPr lang="en-US" sz="3248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incompletos </a:t>
            </a:r>
          </a:p>
          <a:p>
            <a:pPr algn="l">
              <a:lnSpc>
                <a:spcPts val="4924"/>
              </a:lnSpc>
            </a:pPr>
            <a:r>
              <a:rPr lang="en-US" sz="3248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Agrupación de categorías para variables sociodemográficas.</a:t>
            </a:r>
          </a:p>
          <a:p>
            <a:pPr algn="l">
              <a:lnSpc>
                <a:spcPts val="4924"/>
              </a:lnSpc>
            </a:pPr>
            <a:r>
              <a:rPr lang="en-US" sz="3248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Generación de variables de interacción(por ejemplo, edad grupo</a:t>
            </a:r>
          </a:p>
          <a:p>
            <a:pPr algn="l">
              <a:lnSpc>
                <a:spcPts val="3144"/>
              </a:lnSpc>
            </a:pPr>
            <a:r>
              <a:rPr lang="en-US" sz="3248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instrucción)</a:t>
            </a:r>
          </a:p>
          <a:p>
            <a:pPr algn="l">
              <a:lnSpc>
                <a:spcPts val="5776"/>
              </a:lnSpc>
            </a:pPr>
            <a:r>
              <a:rPr lang="en-US" sz="3248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Generación de transformaciones categóricas clave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08820" y="4590977"/>
            <a:ext cx="122507" cy="355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4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517471" y="8761033"/>
            <a:ext cx="11674623" cy="551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8"/>
              </a:lnSpc>
            </a:pPr>
            <a:r>
              <a:rPr lang="en-US" sz="3248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Separación de bases por sexo para entrenar modelos diferenciados.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08820" y="6014083"/>
            <a:ext cx="122507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908820" y="6918351"/>
            <a:ext cx="122507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908820" y="7822648"/>
            <a:ext cx="122507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836319" y="9974597"/>
            <a:ext cx="1490143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Magaly Aguiar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18419" y="9974597"/>
            <a:ext cx="1473634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  <a:hlinkClick r:id="rId12" action="ppaction://hlinksldjump"/>
              </a:rPr>
              <a:t>Proyecto</a:t>
            </a: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  <a:hlinkClick r:id="rId12" action="ppaction://hlinksldjump"/>
              </a:rPr>
              <a:t>Final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421537" y="9974597"/>
            <a:ext cx="1944177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3 de mayo de 2025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240455" y="9974597"/>
            <a:ext cx="767798" cy="295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17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4/11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340418" y="4695752"/>
            <a:ext cx="11471729" cy="3819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Parentesco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(p04):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agruparon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las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categoŕıas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en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tres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grupos, diferenciando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entre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jefes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del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hogar,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cónyuges/hijos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otros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tipos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 relación. </a:t>
            </a:r>
          </a:p>
          <a:p>
            <a:pPr algn="l">
              <a:lnSpc>
                <a:spcPts val="3560"/>
              </a:lnSpc>
            </a:pP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Estado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civil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(p06):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reclasificó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en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dos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grupos: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en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unión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(casado, unión libre) y sin unión (solteros,separados,viudos). </a:t>
            </a:r>
          </a:p>
          <a:p>
            <a:pPr algn="l">
              <a:lnSpc>
                <a:spcPts val="3560"/>
              </a:lnSpc>
            </a:pP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Edad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(p03):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convirtió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en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variable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categórica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con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cuatro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grupos: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21 años, 22–39, 40–59, y 60años. </a:t>
            </a:r>
          </a:p>
          <a:p>
            <a:pPr algn="l">
              <a:lnSpc>
                <a:spcPts val="3560"/>
              </a:lnSpc>
            </a:pP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Nivel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instrucción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(p12a):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clasificó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en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tres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niveles: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básica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menor, secundaria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superior/postgrado.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22690" y="2571748"/>
            <a:ext cx="378187" cy="378187"/>
          </a:xfrm>
          <a:custGeom>
            <a:avLst/>
            <a:gdLst/>
            <a:ahLst/>
            <a:cxnLst/>
            <a:rect l="l" t="t" r="r" b="b"/>
            <a:pathLst>
              <a:path w="378187" h="378187">
                <a:moveTo>
                  <a:pt x="0" y="0"/>
                </a:moveTo>
                <a:lnTo>
                  <a:pt x="378188" y="0"/>
                </a:lnTo>
                <a:lnTo>
                  <a:pt x="378188" y="378187"/>
                </a:lnTo>
                <a:lnTo>
                  <a:pt x="0" y="37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3" name="Freeform 3"/>
          <p:cNvSpPr/>
          <p:nvPr/>
        </p:nvSpPr>
        <p:spPr>
          <a:xfrm>
            <a:off x="2922690" y="5219116"/>
            <a:ext cx="378187" cy="378187"/>
          </a:xfrm>
          <a:custGeom>
            <a:avLst/>
            <a:gdLst/>
            <a:ahLst/>
            <a:cxnLst/>
            <a:rect l="l" t="t" r="r" b="b"/>
            <a:pathLst>
              <a:path w="378187" h="378187">
                <a:moveTo>
                  <a:pt x="0" y="0"/>
                </a:moveTo>
                <a:lnTo>
                  <a:pt x="378188" y="0"/>
                </a:lnTo>
                <a:lnTo>
                  <a:pt x="378188" y="378187"/>
                </a:lnTo>
                <a:lnTo>
                  <a:pt x="0" y="3781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4" name="Freeform 4"/>
          <p:cNvSpPr/>
          <p:nvPr/>
        </p:nvSpPr>
        <p:spPr>
          <a:xfrm>
            <a:off x="2922690" y="7337027"/>
            <a:ext cx="378187" cy="378187"/>
          </a:xfrm>
          <a:custGeom>
            <a:avLst/>
            <a:gdLst/>
            <a:ahLst/>
            <a:cxnLst/>
            <a:rect l="l" t="t" r="r" b="b"/>
            <a:pathLst>
              <a:path w="378187" h="378187">
                <a:moveTo>
                  <a:pt x="0" y="0"/>
                </a:moveTo>
                <a:lnTo>
                  <a:pt x="378188" y="0"/>
                </a:lnTo>
                <a:lnTo>
                  <a:pt x="378188" y="378187"/>
                </a:lnTo>
                <a:lnTo>
                  <a:pt x="0" y="3781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5" name="TextBox 5"/>
          <p:cNvSpPr txBox="1"/>
          <p:nvPr/>
        </p:nvSpPr>
        <p:spPr>
          <a:xfrm>
            <a:off x="3517471" y="2731177"/>
            <a:ext cx="12213468" cy="6547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1"/>
              </a:lnSpc>
            </a:pP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Clasificación(ut01)</a:t>
            </a:r>
          </a:p>
          <a:p>
            <a:pPr algn="l">
              <a:lnSpc>
                <a:spcPts val="6393"/>
              </a:lnSpc>
            </a:pP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Predicción del trabajo no remunerado usando Random Forest por</a:t>
            </a:r>
          </a:p>
          <a:p>
            <a:pPr algn="l">
              <a:lnSpc>
                <a:spcPts val="1611"/>
              </a:lnSpc>
            </a:pP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género.</a:t>
            </a:r>
          </a:p>
          <a:p>
            <a:pPr algn="l">
              <a:lnSpc>
                <a:spcPts val="6393"/>
              </a:lnSpc>
            </a:pP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Nota: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calibró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el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umbral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decisión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para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mejorar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el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recall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la</a:t>
            </a:r>
          </a:p>
          <a:p>
            <a:pPr algn="l">
              <a:lnSpc>
                <a:spcPts val="1611"/>
              </a:lnSpc>
            </a:pP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clase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minoritaria. </a:t>
            </a:r>
          </a:p>
          <a:p>
            <a:pPr algn="l">
              <a:lnSpc>
                <a:spcPts val="1611"/>
              </a:lnSpc>
            </a:pPr>
            <a:endParaRPr lang="en-US" sz="3222" spc="35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algn="l">
              <a:lnSpc>
                <a:spcPts val="1611"/>
              </a:lnSpc>
            </a:pPr>
            <a:endParaRPr lang="en-US" sz="3222" spc="35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algn="l">
              <a:lnSpc>
                <a:spcPts val="1611"/>
              </a:lnSpc>
            </a:pP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Clasificación(ut15)</a:t>
            </a:r>
          </a:p>
          <a:p>
            <a:pPr algn="l">
              <a:lnSpc>
                <a:spcPts val="6393"/>
              </a:lnSpc>
            </a:pP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Predicción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la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actividad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cocinar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entre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quienes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realizan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trabajo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</a:t>
            </a:r>
          </a:p>
          <a:p>
            <a:pPr algn="l">
              <a:lnSpc>
                <a:spcPts val="1611"/>
              </a:lnSpc>
            </a:pP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remunerado.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mantuvo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la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separación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por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sexo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evaluaron</a:t>
            </a:r>
          </a:p>
          <a:p>
            <a:pPr algn="l">
              <a:lnSpc>
                <a:spcPts val="6393"/>
              </a:lnSpc>
            </a:pP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métricas de desempeño(precisión, recall, F1).</a:t>
            </a:r>
          </a:p>
          <a:p>
            <a:pPr algn="l">
              <a:lnSpc>
                <a:spcPts val="1611"/>
              </a:lnSpc>
            </a:pPr>
            <a:endParaRPr lang="en-US" sz="3222" spc="35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algn="l">
              <a:lnSpc>
                <a:spcPts val="1611"/>
              </a:lnSpc>
            </a:pP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Regresión(ut15sem) En las personas que realizan ut01 y ut15, se</a:t>
            </a:r>
          </a:p>
          <a:p>
            <a:pPr algn="l">
              <a:lnSpc>
                <a:spcPts val="5452"/>
              </a:lnSpc>
            </a:pP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entrenó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un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modelo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regresión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Random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Forest.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l">
              <a:lnSpc>
                <a:spcPts val="5452"/>
              </a:lnSpc>
            </a:pP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incluyeron</a:t>
            </a:r>
          </a:p>
          <a:p>
            <a:pPr algn="l">
              <a:lnSpc>
                <a:spcPts val="1611"/>
              </a:lnSpc>
            </a:pP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variables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originales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interacciones</a:t>
            </a:r>
            <a:r>
              <a:rPr lang="en-US" sz="3222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22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como:</a:t>
            </a:r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2279746" y="0"/>
            <a:ext cx="13722303" cy="1042603"/>
            <a:chOff x="0" y="0"/>
            <a:chExt cx="4608004" cy="3501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607941" cy="350139"/>
            </a:xfrm>
            <a:custGeom>
              <a:avLst/>
              <a:gdLst/>
              <a:ahLst/>
              <a:cxnLst/>
              <a:rect l="l" t="t" r="r" b="b"/>
              <a:pathLst>
                <a:path w="4607941" h="350139">
                  <a:moveTo>
                    <a:pt x="0" y="0"/>
                  </a:moveTo>
                  <a:lnTo>
                    <a:pt x="0" y="350139"/>
                  </a:lnTo>
                  <a:lnTo>
                    <a:pt x="4607941" y="350139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/>
            <a:lstStyle/>
            <a:p>
              <a:endParaRPr lang="es-EC"/>
            </a:p>
          </p:txBody>
        </p:sp>
      </p:grpSp>
      <p:sp>
        <p:nvSpPr>
          <p:cNvPr id="8" name="Freeform 8"/>
          <p:cNvSpPr/>
          <p:nvPr/>
        </p:nvSpPr>
        <p:spPr>
          <a:xfrm>
            <a:off x="2279746" y="9454910"/>
            <a:ext cx="14106730" cy="1058942"/>
          </a:xfrm>
          <a:custGeom>
            <a:avLst/>
            <a:gdLst/>
            <a:ahLst/>
            <a:cxnLst/>
            <a:rect l="l" t="t" r="r" b="b"/>
            <a:pathLst>
              <a:path w="14106730" h="1058942">
                <a:moveTo>
                  <a:pt x="0" y="0"/>
                </a:moveTo>
                <a:lnTo>
                  <a:pt x="14106731" y="0"/>
                </a:lnTo>
                <a:lnTo>
                  <a:pt x="14106731" y="1058942"/>
                </a:lnTo>
                <a:lnTo>
                  <a:pt x="0" y="10589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9" name="TextBox 9"/>
          <p:cNvSpPr txBox="1"/>
          <p:nvPr/>
        </p:nvSpPr>
        <p:spPr>
          <a:xfrm>
            <a:off x="2601374" y="222855"/>
            <a:ext cx="2798042" cy="714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81"/>
              </a:lnSpc>
            </a:pPr>
            <a:r>
              <a:rPr lang="en-US" sz="4272" spc="-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Metodología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92312" y="1364696"/>
            <a:ext cx="13038627" cy="1022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4"/>
              </a:lnSpc>
            </a:pPr>
            <a:r>
              <a:rPr lang="en-US" sz="3248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El</a:t>
            </a:r>
            <a:r>
              <a:rPr lang="en-US" sz="3248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proyecto</a:t>
            </a:r>
            <a:r>
              <a:rPr lang="en-US" sz="3248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</a:t>
            </a:r>
            <a:r>
              <a:rPr lang="en-US" sz="3248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estructuró</a:t>
            </a:r>
            <a:r>
              <a:rPr lang="en-US" sz="3248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en</a:t>
            </a:r>
            <a:r>
              <a:rPr lang="en-US" sz="3248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tres</a:t>
            </a:r>
            <a:r>
              <a:rPr lang="en-US" sz="3248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fases</a:t>
            </a:r>
            <a:r>
              <a:rPr lang="en-US" sz="3248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</a:t>
            </a:r>
            <a:r>
              <a:rPr lang="en-US" sz="3248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modelado,</a:t>
            </a:r>
            <a:r>
              <a:rPr lang="en-US" sz="3248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aplicando</a:t>
            </a:r>
            <a:r>
              <a:rPr lang="en-US" sz="3248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técnicas</a:t>
            </a:r>
            <a:r>
              <a:rPr lang="en-US" sz="3248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 aprendizaje</a:t>
            </a:r>
            <a:r>
              <a:rPr lang="en-US" sz="3248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supervisado</a:t>
            </a:r>
            <a:r>
              <a:rPr lang="en-US" sz="3248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con</a:t>
            </a:r>
            <a:r>
              <a:rPr lang="en-US" sz="3248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segmentación</a:t>
            </a:r>
            <a:r>
              <a:rPr lang="en-US" sz="3248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por</a:t>
            </a:r>
            <a:r>
              <a:rPr lang="en-US" sz="3248" spc="3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3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género: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67804" y="2393291"/>
            <a:ext cx="122507" cy="479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0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067748" y="5068485"/>
            <a:ext cx="122507" cy="479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0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67748" y="7313812"/>
            <a:ext cx="122507" cy="336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7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836319" y="9974597"/>
            <a:ext cx="1490143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Magaly Aguiar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18419" y="9974597"/>
            <a:ext cx="1473634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  <a:hlinkClick r:id="rId6" action="ppaction://hlinksldjump"/>
              </a:rPr>
              <a:t>Proyecto</a:t>
            </a: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  <a:hlinkClick r:id="rId6" action="ppaction://hlinksldjump"/>
              </a:rPr>
              <a:t>Final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421537" y="9974597"/>
            <a:ext cx="1944177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3 de mayo de 2025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240455" y="9974597"/>
            <a:ext cx="761594" cy="295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17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5/11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517471" y="9288657"/>
            <a:ext cx="4267393" cy="415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edad *horas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trabajo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843405" y="8842354"/>
            <a:ext cx="3787986" cy="415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área *horas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</a:t>
            </a:r>
            <a:r>
              <a:rPr lang="en-US" sz="2966" spc="3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66" spc="3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trabajo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0993060" y="9481630"/>
            <a:ext cx="3404168" cy="552092"/>
            <a:chOff x="0" y="0"/>
            <a:chExt cx="1143127" cy="185395"/>
          </a:xfrm>
        </p:grpSpPr>
        <p:sp>
          <p:nvSpPr>
            <p:cNvPr id="3" name="Freeform 3"/>
            <p:cNvSpPr/>
            <p:nvPr/>
          </p:nvSpPr>
          <p:spPr>
            <a:xfrm>
              <a:off x="140589" y="75057"/>
              <a:ext cx="48133" cy="35433"/>
            </a:xfrm>
            <a:custGeom>
              <a:avLst/>
              <a:gdLst/>
              <a:ahLst/>
              <a:cxnLst/>
              <a:rect l="l" t="t" r="r" b="b"/>
              <a:pathLst>
                <a:path w="48133" h="35433">
                  <a:moveTo>
                    <a:pt x="2540" y="30353"/>
                  </a:moveTo>
                  <a:lnTo>
                    <a:pt x="45593" y="30353"/>
                  </a:lnTo>
                  <a:lnTo>
                    <a:pt x="45593" y="32893"/>
                  </a:lnTo>
                  <a:lnTo>
                    <a:pt x="43053" y="32893"/>
                  </a:lnTo>
                  <a:lnTo>
                    <a:pt x="43053" y="2540"/>
                  </a:lnTo>
                  <a:lnTo>
                    <a:pt x="45593" y="2540"/>
                  </a:lnTo>
                  <a:lnTo>
                    <a:pt x="45593" y="5080"/>
                  </a:lnTo>
                  <a:lnTo>
                    <a:pt x="2540" y="5080"/>
                  </a:lnTo>
                  <a:lnTo>
                    <a:pt x="2540" y="2540"/>
                  </a:lnTo>
                  <a:lnTo>
                    <a:pt x="5080" y="2540"/>
                  </a:lnTo>
                  <a:lnTo>
                    <a:pt x="5080" y="32893"/>
                  </a:lnTo>
                  <a:lnTo>
                    <a:pt x="2540" y="32893"/>
                  </a:lnTo>
                  <a:lnTo>
                    <a:pt x="2540" y="30353"/>
                  </a:lnTo>
                  <a:moveTo>
                    <a:pt x="2540" y="35433"/>
                  </a:moveTo>
                  <a:lnTo>
                    <a:pt x="0" y="35433"/>
                  </a:lnTo>
                  <a:lnTo>
                    <a:pt x="0" y="32893"/>
                  </a:lnTo>
                  <a:lnTo>
                    <a:pt x="0" y="2540"/>
                  </a:lnTo>
                  <a:lnTo>
                    <a:pt x="0" y="0"/>
                  </a:lnTo>
                  <a:lnTo>
                    <a:pt x="2540" y="0"/>
                  </a:lnTo>
                  <a:lnTo>
                    <a:pt x="45593" y="0"/>
                  </a:lnTo>
                  <a:lnTo>
                    <a:pt x="48133" y="0"/>
                  </a:lnTo>
                  <a:lnTo>
                    <a:pt x="48133" y="2540"/>
                  </a:lnTo>
                  <a:lnTo>
                    <a:pt x="48133" y="32893"/>
                  </a:lnTo>
                  <a:lnTo>
                    <a:pt x="48133" y="35433"/>
                  </a:lnTo>
                  <a:lnTo>
                    <a:pt x="45593" y="35433"/>
                  </a:lnTo>
                  <a:lnTo>
                    <a:pt x="2540" y="35433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4" name="Freeform 4"/>
            <p:cNvSpPr/>
            <p:nvPr/>
          </p:nvSpPr>
          <p:spPr>
            <a:xfrm>
              <a:off x="63500" y="73660"/>
              <a:ext cx="25400" cy="38100"/>
            </a:xfrm>
            <a:custGeom>
              <a:avLst/>
              <a:gdLst/>
              <a:ahLst/>
              <a:cxnLst/>
              <a:rect l="l" t="t" r="r" b="b"/>
              <a:pathLst>
                <a:path w="25400" h="381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5" name="Freeform 5"/>
            <p:cNvSpPr/>
            <p:nvPr/>
          </p:nvSpPr>
          <p:spPr>
            <a:xfrm>
              <a:off x="241300" y="73660"/>
              <a:ext cx="25400" cy="38100"/>
            </a:xfrm>
            <a:custGeom>
              <a:avLst/>
              <a:gdLst/>
              <a:ahLst/>
              <a:cxnLst/>
              <a:rect l="l" t="t" r="r" b="b"/>
              <a:pathLst>
                <a:path w="25400" h="38100">
                  <a:moveTo>
                    <a:pt x="0" y="38100"/>
                  </a:moveTo>
                  <a:lnTo>
                    <a:pt x="25400" y="19050"/>
                  </a:lnTo>
                  <a:lnTo>
                    <a:pt x="0" y="0"/>
                  </a:lnTo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6" name="Freeform 6"/>
            <p:cNvSpPr/>
            <p:nvPr/>
          </p:nvSpPr>
          <p:spPr>
            <a:xfrm>
              <a:off x="395097" y="64770"/>
              <a:ext cx="68961" cy="55880"/>
            </a:xfrm>
            <a:custGeom>
              <a:avLst/>
              <a:gdLst/>
              <a:ahLst/>
              <a:cxnLst/>
              <a:rect l="l" t="t" r="r" b="b"/>
              <a:pathLst>
                <a:path w="68961" h="55880">
                  <a:moveTo>
                    <a:pt x="2540" y="50800"/>
                  </a:moveTo>
                  <a:lnTo>
                    <a:pt x="45593" y="50800"/>
                  </a:lnTo>
                  <a:lnTo>
                    <a:pt x="45593" y="53340"/>
                  </a:lnTo>
                  <a:lnTo>
                    <a:pt x="43053" y="53340"/>
                  </a:lnTo>
                  <a:lnTo>
                    <a:pt x="43053" y="22987"/>
                  </a:lnTo>
                  <a:lnTo>
                    <a:pt x="45593" y="22987"/>
                  </a:lnTo>
                  <a:lnTo>
                    <a:pt x="45593" y="25527"/>
                  </a:lnTo>
                  <a:lnTo>
                    <a:pt x="2540" y="25527"/>
                  </a:lnTo>
                  <a:lnTo>
                    <a:pt x="2540" y="22987"/>
                  </a:lnTo>
                  <a:lnTo>
                    <a:pt x="5080" y="22987"/>
                  </a:lnTo>
                  <a:lnTo>
                    <a:pt x="5080" y="53340"/>
                  </a:lnTo>
                  <a:lnTo>
                    <a:pt x="2540" y="53340"/>
                  </a:lnTo>
                  <a:lnTo>
                    <a:pt x="2540" y="50800"/>
                  </a:lnTo>
                  <a:moveTo>
                    <a:pt x="2540" y="55880"/>
                  </a:moveTo>
                  <a:lnTo>
                    <a:pt x="0" y="55880"/>
                  </a:lnTo>
                  <a:lnTo>
                    <a:pt x="0" y="53340"/>
                  </a:lnTo>
                  <a:lnTo>
                    <a:pt x="0" y="22987"/>
                  </a:lnTo>
                  <a:lnTo>
                    <a:pt x="0" y="20447"/>
                  </a:lnTo>
                  <a:lnTo>
                    <a:pt x="2540" y="20447"/>
                  </a:lnTo>
                  <a:lnTo>
                    <a:pt x="45593" y="20447"/>
                  </a:lnTo>
                  <a:lnTo>
                    <a:pt x="48133" y="20447"/>
                  </a:lnTo>
                  <a:lnTo>
                    <a:pt x="48133" y="22987"/>
                  </a:lnTo>
                  <a:lnTo>
                    <a:pt x="48133" y="53340"/>
                  </a:lnTo>
                  <a:lnTo>
                    <a:pt x="48133" y="55880"/>
                  </a:lnTo>
                  <a:lnTo>
                    <a:pt x="45593" y="55880"/>
                  </a:lnTo>
                  <a:lnTo>
                    <a:pt x="2540" y="55880"/>
                  </a:lnTo>
                  <a:close/>
                  <a:moveTo>
                    <a:pt x="10541" y="22860"/>
                  </a:moveTo>
                  <a:lnTo>
                    <a:pt x="10541" y="12700"/>
                  </a:lnTo>
                  <a:lnTo>
                    <a:pt x="10541" y="10160"/>
                  </a:lnTo>
                  <a:lnTo>
                    <a:pt x="13081" y="10160"/>
                  </a:lnTo>
                  <a:lnTo>
                    <a:pt x="56261" y="10160"/>
                  </a:lnTo>
                  <a:lnTo>
                    <a:pt x="58801" y="10160"/>
                  </a:lnTo>
                  <a:lnTo>
                    <a:pt x="58801" y="12700"/>
                  </a:lnTo>
                  <a:lnTo>
                    <a:pt x="58801" y="43180"/>
                  </a:lnTo>
                  <a:lnTo>
                    <a:pt x="58801" y="45720"/>
                  </a:lnTo>
                  <a:lnTo>
                    <a:pt x="56261" y="45720"/>
                  </a:lnTo>
                  <a:lnTo>
                    <a:pt x="46101" y="45720"/>
                  </a:lnTo>
                  <a:lnTo>
                    <a:pt x="46101" y="40640"/>
                  </a:lnTo>
                  <a:lnTo>
                    <a:pt x="56261" y="40640"/>
                  </a:lnTo>
                  <a:lnTo>
                    <a:pt x="56261" y="43180"/>
                  </a:lnTo>
                  <a:lnTo>
                    <a:pt x="53721" y="43180"/>
                  </a:lnTo>
                  <a:lnTo>
                    <a:pt x="53721" y="12700"/>
                  </a:lnTo>
                  <a:lnTo>
                    <a:pt x="56261" y="12700"/>
                  </a:lnTo>
                  <a:lnTo>
                    <a:pt x="56261" y="15240"/>
                  </a:lnTo>
                  <a:lnTo>
                    <a:pt x="13081" y="15240"/>
                  </a:lnTo>
                  <a:lnTo>
                    <a:pt x="13081" y="12700"/>
                  </a:lnTo>
                  <a:lnTo>
                    <a:pt x="15621" y="12700"/>
                  </a:lnTo>
                  <a:lnTo>
                    <a:pt x="15621" y="22860"/>
                  </a:lnTo>
                  <a:close/>
                  <a:moveTo>
                    <a:pt x="20701" y="12700"/>
                  </a:moveTo>
                  <a:lnTo>
                    <a:pt x="20701" y="2540"/>
                  </a:lnTo>
                  <a:lnTo>
                    <a:pt x="20701" y="0"/>
                  </a:lnTo>
                  <a:lnTo>
                    <a:pt x="23241" y="0"/>
                  </a:lnTo>
                  <a:lnTo>
                    <a:pt x="66421" y="0"/>
                  </a:lnTo>
                  <a:lnTo>
                    <a:pt x="68961" y="0"/>
                  </a:lnTo>
                  <a:lnTo>
                    <a:pt x="68961" y="2540"/>
                  </a:lnTo>
                  <a:lnTo>
                    <a:pt x="68961" y="33020"/>
                  </a:lnTo>
                  <a:lnTo>
                    <a:pt x="68961" y="35560"/>
                  </a:lnTo>
                  <a:lnTo>
                    <a:pt x="66421" y="35560"/>
                  </a:lnTo>
                  <a:lnTo>
                    <a:pt x="56261" y="35560"/>
                  </a:lnTo>
                  <a:lnTo>
                    <a:pt x="56261" y="30480"/>
                  </a:lnTo>
                  <a:lnTo>
                    <a:pt x="66421" y="30480"/>
                  </a:lnTo>
                  <a:lnTo>
                    <a:pt x="66421" y="33020"/>
                  </a:lnTo>
                  <a:lnTo>
                    <a:pt x="63881" y="33020"/>
                  </a:lnTo>
                  <a:lnTo>
                    <a:pt x="63881" y="2540"/>
                  </a:lnTo>
                  <a:lnTo>
                    <a:pt x="66421" y="2540"/>
                  </a:lnTo>
                  <a:lnTo>
                    <a:pt x="66421" y="5080"/>
                  </a:lnTo>
                  <a:lnTo>
                    <a:pt x="23241" y="5080"/>
                  </a:lnTo>
                  <a:lnTo>
                    <a:pt x="23241" y="2540"/>
                  </a:lnTo>
                  <a:lnTo>
                    <a:pt x="25781" y="2540"/>
                  </a:lnTo>
                  <a:lnTo>
                    <a:pt x="25781" y="1270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7" name="Freeform 7"/>
            <p:cNvSpPr/>
            <p:nvPr/>
          </p:nvSpPr>
          <p:spPr>
            <a:xfrm>
              <a:off x="334518" y="73660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8" name="Freeform 8"/>
            <p:cNvSpPr/>
            <p:nvPr/>
          </p:nvSpPr>
          <p:spPr>
            <a:xfrm>
              <a:off x="694309" y="76200"/>
              <a:ext cx="38100" cy="7620"/>
            </a:xfrm>
            <a:custGeom>
              <a:avLst/>
              <a:gdLst/>
              <a:ahLst/>
              <a:cxnLst/>
              <a:rect l="l" t="t" r="r" b="b"/>
              <a:pathLst>
                <a:path w="38100" h="762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9" name="Freeform 9"/>
            <p:cNvSpPr/>
            <p:nvPr/>
          </p:nvSpPr>
          <p:spPr>
            <a:xfrm>
              <a:off x="605409" y="73660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681609" y="63500"/>
              <a:ext cx="50800" cy="58420"/>
            </a:xfrm>
            <a:custGeom>
              <a:avLst/>
              <a:gdLst/>
              <a:ahLst/>
              <a:cxnLst/>
              <a:rect l="l" t="t" r="r" b="b"/>
              <a:pathLst>
                <a:path w="50800" h="5842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952627" y="63500"/>
              <a:ext cx="50800" cy="33020"/>
            </a:xfrm>
            <a:custGeom>
              <a:avLst/>
              <a:gdLst/>
              <a:ahLst/>
              <a:cxnLst/>
              <a:rect l="l" t="t" r="r" b="b"/>
              <a:pathLst>
                <a:path w="50800" h="3302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876427" y="73660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952627" y="101600"/>
              <a:ext cx="50800" cy="20320"/>
            </a:xfrm>
            <a:custGeom>
              <a:avLst/>
              <a:gdLst/>
              <a:ahLst/>
              <a:cxnLst/>
              <a:rect l="l" t="t" r="r" b="b"/>
              <a:pathLst>
                <a:path w="50800" h="2032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</p:grpSp>
      <p:sp>
        <p:nvSpPr>
          <p:cNvPr id="14" name="Freeform 14"/>
          <p:cNvSpPr/>
          <p:nvPr/>
        </p:nvSpPr>
        <p:spPr>
          <a:xfrm>
            <a:off x="2279746" y="0"/>
            <a:ext cx="14106730" cy="3290312"/>
          </a:xfrm>
          <a:custGeom>
            <a:avLst/>
            <a:gdLst/>
            <a:ahLst/>
            <a:cxnLst/>
            <a:rect l="l" t="t" r="r" b="b"/>
            <a:pathLst>
              <a:path w="14106730" h="3290312">
                <a:moveTo>
                  <a:pt x="0" y="0"/>
                </a:moveTo>
                <a:lnTo>
                  <a:pt x="14106731" y="0"/>
                </a:lnTo>
                <a:lnTo>
                  <a:pt x="14106731" y="3290312"/>
                </a:lnTo>
                <a:lnTo>
                  <a:pt x="0" y="3290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4447774" y="9481630"/>
            <a:ext cx="1617188" cy="552092"/>
            <a:chOff x="0" y="0"/>
            <a:chExt cx="543065" cy="185395"/>
          </a:xfrm>
        </p:grpSpPr>
        <p:sp>
          <p:nvSpPr>
            <p:cNvPr id="16" name="Freeform 16"/>
            <p:cNvSpPr/>
            <p:nvPr/>
          </p:nvSpPr>
          <p:spPr>
            <a:xfrm>
              <a:off x="63500" y="63500"/>
              <a:ext cx="50800" cy="58420"/>
            </a:xfrm>
            <a:custGeom>
              <a:avLst/>
              <a:gdLst/>
              <a:ahLst/>
              <a:cxnLst/>
              <a:rect l="l" t="t" r="r" b="b"/>
              <a:pathLst>
                <a:path w="50800" h="5842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362331" y="95123"/>
              <a:ext cx="25654" cy="25654"/>
            </a:xfrm>
            <a:custGeom>
              <a:avLst/>
              <a:gdLst/>
              <a:ahLst/>
              <a:cxnLst/>
              <a:rect l="l" t="t" r="r" b="b"/>
              <a:pathLst>
                <a:path w="25654" h="25654">
                  <a:moveTo>
                    <a:pt x="5334" y="0"/>
                  </a:moveTo>
                  <a:lnTo>
                    <a:pt x="25654" y="20320"/>
                  </a:lnTo>
                  <a:lnTo>
                    <a:pt x="20320" y="25654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335534" y="68707"/>
              <a:ext cx="35306" cy="35306"/>
            </a:xfrm>
            <a:custGeom>
              <a:avLst/>
              <a:gdLst/>
              <a:ahLst/>
              <a:cxnLst/>
              <a:rect l="l" t="t" r="r" b="b"/>
              <a:pathLst>
                <a:path w="35306" h="35306">
                  <a:moveTo>
                    <a:pt x="30226" y="17780"/>
                  </a:moveTo>
                  <a:cubicBezTo>
                    <a:pt x="30226" y="10795"/>
                    <a:pt x="24511" y="5080"/>
                    <a:pt x="17526" y="5080"/>
                  </a:cubicBezTo>
                  <a:lnTo>
                    <a:pt x="17526" y="2540"/>
                  </a:lnTo>
                  <a:lnTo>
                    <a:pt x="17526" y="5080"/>
                  </a:lnTo>
                  <a:cubicBezTo>
                    <a:pt x="10541" y="5080"/>
                    <a:pt x="4826" y="10795"/>
                    <a:pt x="4826" y="17780"/>
                  </a:cubicBezTo>
                  <a:lnTo>
                    <a:pt x="2286" y="17780"/>
                  </a:lnTo>
                  <a:lnTo>
                    <a:pt x="4826" y="17780"/>
                  </a:lnTo>
                  <a:cubicBezTo>
                    <a:pt x="4826" y="24765"/>
                    <a:pt x="10541" y="30480"/>
                    <a:pt x="17526" y="30480"/>
                  </a:cubicBezTo>
                  <a:lnTo>
                    <a:pt x="17526" y="32893"/>
                  </a:lnTo>
                  <a:lnTo>
                    <a:pt x="17526" y="30353"/>
                  </a:lnTo>
                  <a:cubicBezTo>
                    <a:pt x="24511" y="30353"/>
                    <a:pt x="30226" y="24638"/>
                    <a:pt x="30226" y="17653"/>
                  </a:cubicBezTo>
                  <a:lnTo>
                    <a:pt x="32766" y="17653"/>
                  </a:lnTo>
                  <a:lnTo>
                    <a:pt x="30226" y="17653"/>
                  </a:lnTo>
                  <a:moveTo>
                    <a:pt x="35306" y="17653"/>
                  </a:moveTo>
                  <a:cubicBezTo>
                    <a:pt x="35306" y="27432"/>
                    <a:pt x="27432" y="35306"/>
                    <a:pt x="17653" y="35306"/>
                  </a:cubicBezTo>
                  <a:cubicBezTo>
                    <a:pt x="7874" y="35306"/>
                    <a:pt x="0" y="27432"/>
                    <a:pt x="0" y="17653"/>
                  </a:cubicBezTo>
                  <a:cubicBezTo>
                    <a:pt x="0" y="7874"/>
                    <a:pt x="7874" y="0"/>
                    <a:pt x="17653" y="0"/>
                  </a:cubicBezTo>
                  <a:cubicBezTo>
                    <a:pt x="27432" y="0"/>
                    <a:pt x="35306" y="7874"/>
                    <a:pt x="35306" y="17653"/>
                  </a:cubicBez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40157" y="64770"/>
              <a:ext cx="239268" cy="55880"/>
            </a:xfrm>
            <a:custGeom>
              <a:avLst/>
              <a:gdLst/>
              <a:ahLst/>
              <a:cxnLst/>
              <a:rect l="l" t="t" r="r" b="b"/>
              <a:pathLst>
                <a:path w="239268" h="55880">
                  <a:moveTo>
                    <a:pt x="43561" y="50800"/>
                  </a:moveTo>
                  <a:cubicBezTo>
                    <a:pt x="55880" y="50800"/>
                    <a:pt x="66421" y="40513"/>
                    <a:pt x="66421" y="27940"/>
                  </a:cubicBezTo>
                  <a:lnTo>
                    <a:pt x="68961" y="27940"/>
                  </a:lnTo>
                  <a:lnTo>
                    <a:pt x="66421" y="27940"/>
                  </a:lnTo>
                  <a:cubicBezTo>
                    <a:pt x="66421" y="15367"/>
                    <a:pt x="56134" y="5080"/>
                    <a:pt x="43561" y="5080"/>
                  </a:cubicBezTo>
                  <a:lnTo>
                    <a:pt x="43561" y="2540"/>
                  </a:lnTo>
                  <a:lnTo>
                    <a:pt x="43561" y="5080"/>
                  </a:lnTo>
                  <a:cubicBezTo>
                    <a:pt x="30988" y="5080"/>
                    <a:pt x="20701" y="15367"/>
                    <a:pt x="20701" y="27940"/>
                  </a:cubicBezTo>
                  <a:cubicBezTo>
                    <a:pt x="20701" y="29337"/>
                    <a:pt x="19558" y="30480"/>
                    <a:pt x="18161" y="30480"/>
                  </a:cubicBezTo>
                  <a:cubicBezTo>
                    <a:pt x="16764" y="30480"/>
                    <a:pt x="15621" y="29337"/>
                    <a:pt x="15621" y="27940"/>
                  </a:cubicBezTo>
                  <a:cubicBezTo>
                    <a:pt x="15621" y="12573"/>
                    <a:pt x="28194" y="0"/>
                    <a:pt x="43561" y="0"/>
                  </a:cubicBezTo>
                  <a:cubicBezTo>
                    <a:pt x="58928" y="0"/>
                    <a:pt x="71501" y="12573"/>
                    <a:pt x="71501" y="27940"/>
                  </a:cubicBezTo>
                  <a:cubicBezTo>
                    <a:pt x="71501" y="43307"/>
                    <a:pt x="58674" y="55880"/>
                    <a:pt x="43561" y="55880"/>
                  </a:cubicBezTo>
                  <a:cubicBezTo>
                    <a:pt x="42164" y="55880"/>
                    <a:pt x="41021" y="54737"/>
                    <a:pt x="41021" y="53340"/>
                  </a:cubicBezTo>
                  <a:cubicBezTo>
                    <a:pt x="41021" y="51943"/>
                    <a:pt x="42164" y="50800"/>
                    <a:pt x="43561" y="50800"/>
                  </a:cubicBezTo>
                  <a:close/>
                  <a:moveTo>
                    <a:pt x="35052" y="22225"/>
                  </a:moveTo>
                  <a:lnTo>
                    <a:pt x="19812" y="34925"/>
                  </a:lnTo>
                  <a:lnTo>
                    <a:pt x="18161" y="36322"/>
                  </a:lnTo>
                  <a:lnTo>
                    <a:pt x="16510" y="34925"/>
                  </a:lnTo>
                  <a:lnTo>
                    <a:pt x="1270" y="22225"/>
                  </a:lnTo>
                  <a:cubicBezTo>
                    <a:pt x="254" y="21336"/>
                    <a:pt x="0" y="19685"/>
                    <a:pt x="889" y="18669"/>
                  </a:cubicBezTo>
                  <a:cubicBezTo>
                    <a:pt x="1778" y="17653"/>
                    <a:pt x="3429" y="17399"/>
                    <a:pt x="4445" y="18288"/>
                  </a:cubicBezTo>
                  <a:lnTo>
                    <a:pt x="19685" y="30988"/>
                  </a:lnTo>
                  <a:lnTo>
                    <a:pt x="18034" y="32893"/>
                  </a:lnTo>
                  <a:lnTo>
                    <a:pt x="16383" y="30988"/>
                  </a:lnTo>
                  <a:lnTo>
                    <a:pt x="31623" y="18288"/>
                  </a:lnTo>
                  <a:cubicBezTo>
                    <a:pt x="32639" y="17399"/>
                    <a:pt x="34290" y="17526"/>
                    <a:pt x="35179" y="18669"/>
                  </a:cubicBezTo>
                  <a:cubicBezTo>
                    <a:pt x="36068" y="19812"/>
                    <a:pt x="35941" y="21336"/>
                    <a:pt x="34798" y="22225"/>
                  </a:cubicBezTo>
                  <a:close/>
                  <a:moveTo>
                    <a:pt x="195961" y="55880"/>
                  </a:moveTo>
                  <a:cubicBezTo>
                    <a:pt x="180594" y="55880"/>
                    <a:pt x="168021" y="43307"/>
                    <a:pt x="168021" y="27940"/>
                  </a:cubicBezTo>
                  <a:lnTo>
                    <a:pt x="170561" y="27940"/>
                  </a:lnTo>
                  <a:lnTo>
                    <a:pt x="168021" y="27940"/>
                  </a:lnTo>
                  <a:cubicBezTo>
                    <a:pt x="168021" y="12573"/>
                    <a:pt x="180594" y="0"/>
                    <a:pt x="195961" y="0"/>
                  </a:cubicBezTo>
                  <a:lnTo>
                    <a:pt x="195961" y="2540"/>
                  </a:lnTo>
                  <a:lnTo>
                    <a:pt x="195961" y="0"/>
                  </a:lnTo>
                  <a:cubicBezTo>
                    <a:pt x="211328" y="0"/>
                    <a:pt x="223901" y="12573"/>
                    <a:pt x="223901" y="27940"/>
                  </a:cubicBezTo>
                  <a:cubicBezTo>
                    <a:pt x="223901" y="29337"/>
                    <a:pt x="222758" y="30480"/>
                    <a:pt x="221361" y="30480"/>
                  </a:cubicBezTo>
                  <a:cubicBezTo>
                    <a:pt x="219964" y="30480"/>
                    <a:pt x="218821" y="29337"/>
                    <a:pt x="218821" y="27940"/>
                  </a:cubicBezTo>
                  <a:cubicBezTo>
                    <a:pt x="218821" y="15367"/>
                    <a:pt x="208534" y="5080"/>
                    <a:pt x="195961" y="5080"/>
                  </a:cubicBezTo>
                  <a:cubicBezTo>
                    <a:pt x="183388" y="5080"/>
                    <a:pt x="173101" y="15367"/>
                    <a:pt x="173101" y="27940"/>
                  </a:cubicBezTo>
                  <a:cubicBezTo>
                    <a:pt x="173101" y="40513"/>
                    <a:pt x="183388" y="50800"/>
                    <a:pt x="195961" y="50800"/>
                  </a:cubicBezTo>
                  <a:cubicBezTo>
                    <a:pt x="197358" y="50800"/>
                    <a:pt x="198501" y="51943"/>
                    <a:pt x="198501" y="53340"/>
                  </a:cubicBezTo>
                  <a:cubicBezTo>
                    <a:pt x="198501" y="54737"/>
                    <a:pt x="197358" y="55880"/>
                    <a:pt x="195961" y="55880"/>
                  </a:cubicBezTo>
                  <a:close/>
                  <a:moveTo>
                    <a:pt x="238252" y="22225"/>
                  </a:moveTo>
                  <a:lnTo>
                    <a:pt x="223012" y="34925"/>
                  </a:lnTo>
                  <a:lnTo>
                    <a:pt x="221361" y="36322"/>
                  </a:lnTo>
                  <a:lnTo>
                    <a:pt x="219710" y="34925"/>
                  </a:lnTo>
                  <a:lnTo>
                    <a:pt x="204470" y="22225"/>
                  </a:lnTo>
                  <a:cubicBezTo>
                    <a:pt x="203454" y="21336"/>
                    <a:pt x="203200" y="19685"/>
                    <a:pt x="204089" y="18669"/>
                  </a:cubicBezTo>
                  <a:cubicBezTo>
                    <a:pt x="204978" y="17653"/>
                    <a:pt x="206629" y="17399"/>
                    <a:pt x="207645" y="18288"/>
                  </a:cubicBezTo>
                  <a:lnTo>
                    <a:pt x="222885" y="30988"/>
                  </a:lnTo>
                  <a:lnTo>
                    <a:pt x="221234" y="32893"/>
                  </a:lnTo>
                  <a:lnTo>
                    <a:pt x="219583" y="30988"/>
                  </a:lnTo>
                  <a:lnTo>
                    <a:pt x="234823" y="18288"/>
                  </a:lnTo>
                  <a:cubicBezTo>
                    <a:pt x="235839" y="17399"/>
                    <a:pt x="237490" y="17526"/>
                    <a:pt x="238379" y="18669"/>
                  </a:cubicBezTo>
                  <a:cubicBezTo>
                    <a:pt x="239268" y="19812"/>
                    <a:pt x="239141" y="21336"/>
                    <a:pt x="237998" y="22225"/>
                  </a:cubicBez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2090639" y="9776084"/>
            <a:ext cx="14100263" cy="704722"/>
            <a:chOff x="0" y="0"/>
            <a:chExt cx="4734928" cy="236652"/>
          </a:xfrm>
        </p:grpSpPr>
        <p:sp>
          <p:nvSpPr>
            <p:cNvPr id="24" name="Freeform 24"/>
            <p:cNvSpPr/>
            <p:nvPr/>
          </p:nvSpPr>
          <p:spPr>
            <a:xfrm>
              <a:off x="63500" y="63500"/>
              <a:ext cx="1535938" cy="109601"/>
            </a:xfrm>
            <a:custGeom>
              <a:avLst/>
              <a:gdLst/>
              <a:ahLst/>
              <a:cxnLst/>
              <a:rect l="l" t="t" r="r" b="b"/>
              <a:pathLst>
                <a:path w="1535938" h="109601">
                  <a:moveTo>
                    <a:pt x="0" y="109601"/>
                  </a:moveTo>
                  <a:lnTo>
                    <a:pt x="1535938" y="109601"/>
                  </a:lnTo>
                  <a:lnTo>
                    <a:pt x="15359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1599438" y="63500"/>
              <a:ext cx="1536065" cy="109601"/>
            </a:xfrm>
            <a:custGeom>
              <a:avLst/>
              <a:gdLst/>
              <a:ahLst/>
              <a:cxnLst/>
              <a:rect l="l" t="t" r="r" b="b"/>
              <a:pathLst>
                <a:path w="1536065" h="109601">
                  <a:moveTo>
                    <a:pt x="0" y="109601"/>
                  </a:moveTo>
                  <a:lnTo>
                    <a:pt x="1536065" y="109601"/>
                  </a:lnTo>
                  <a:lnTo>
                    <a:pt x="15360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8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3135503" y="63500"/>
              <a:ext cx="1535938" cy="109601"/>
            </a:xfrm>
            <a:custGeom>
              <a:avLst/>
              <a:gdLst/>
              <a:ahLst/>
              <a:cxnLst/>
              <a:rect l="l" t="t" r="r" b="b"/>
              <a:pathLst>
                <a:path w="1535938" h="109601">
                  <a:moveTo>
                    <a:pt x="0" y="109601"/>
                  </a:moveTo>
                  <a:lnTo>
                    <a:pt x="1535938" y="109601"/>
                  </a:lnTo>
                  <a:lnTo>
                    <a:pt x="15359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/>
            <a:lstStyle/>
            <a:p>
              <a:endParaRPr lang="es-EC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2601374" y="222855"/>
            <a:ext cx="3418426" cy="7161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81"/>
              </a:lnSpc>
            </a:pPr>
            <a:r>
              <a:rPr lang="en-US" sz="4272" spc="-17" dirty="0" err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Resultados</a:t>
            </a:r>
            <a:endParaRPr lang="en-US" sz="4272" spc="-17" dirty="0">
              <a:solidFill>
                <a:srgbClr val="FFFFFF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692312" y="1382764"/>
            <a:ext cx="10719099" cy="117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84"/>
              </a:lnSpc>
            </a:pPr>
            <a:r>
              <a:rPr lang="en-US" sz="3560" spc="-14" dirty="0" err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Resultados</a:t>
            </a:r>
            <a:r>
              <a:rPr lang="en-US" sz="3560" spc="-14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(1)</a:t>
            </a:r>
          </a:p>
          <a:p>
            <a:pPr algn="l">
              <a:lnSpc>
                <a:spcPts val="4548"/>
              </a:lnSpc>
            </a:pPr>
            <a:r>
              <a:rPr lang="en-US" sz="3248" spc="58" dirty="0" err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Resultados</a:t>
            </a:r>
            <a:r>
              <a:rPr lang="en-US" sz="3248" spc="58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58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</a:t>
            </a:r>
            <a:r>
              <a:rPr lang="en-US" sz="3248" spc="58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58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la</a:t>
            </a:r>
            <a:r>
              <a:rPr lang="en-US" sz="3248" spc="58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58" dirty="0" err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predicción</a:t>
            </a:r>
            <a:r>
              <a:rPr lang="en-US" sz="3248" spc="58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58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</a:t>
            </a:r>
            <a:r>
              <a:rPr lang="en-US" sz="3248" spc="58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58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ut01</a:t>
            </a:r>
            <a:r>
              <a:rPr lang="en-US" sz="3248" spc="58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58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</a:t>
            </a:r>
            <a:r>
              <a:rPr lang="en-US" sz="3248" spc="58" dirty="0" err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trabajo</a:t>
            </a:r>
            <a:r>
              <a:rPr lang="en-US" sz="3248" spc="58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58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</a:t>
            </a:r>
            <a:r>
              <a:rPr lang="en-US" sz="3248" spc="58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58" dirty="0" err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remunerado</a:t>
            </a:r>
            <a:r>
              <a:rPr lang="en-US" sz="3248" spc="58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836319" y="9974597"/>
            <a:ext cx="1490143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Magaly Aguiar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18419" y="9974597"/>
            <a:ext cx="1473634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  <a:hlinkClick r:id="rId3" action="ppaction://hlinksldjump"/>
              </a:rPr>
              <a:t>Proyecto</a:t>
            </a: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  <a:hlinkClick r:id="rId3" action="ppaction://hlinksldjump"/>
              </a:rPr>
              <a:t>Final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421537" y="9974597"/>
            <a:ext cx="1944177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3 de mayo de 2025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240484" y="9974597"/>
            <a:ext cx="767770" cy="295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17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6/11</a:t>
            </a: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D7E0FC3C-2083-A037-1210-7C43D9980B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4437" y="2739061"/>
            <a:ext cx="5163710" cy="3080474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F838B624-A176-F8D9-F253-3C3A8DB753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2197" y="5949860"/>
            <a:ext cx="5496987" cy="3279295"/>
          </a:xfrm>
          <a:prstGeom prst="rect">
            <a:avLst/>
          </a:prstGeom>
        </p:spPr>
      </p:pic>
      <p:sp>
        <p:nvSpPr>
          <p:cNvPr id="36" name="Rectangle 1">
            <a:extLst>
              <a:ext uri="{FF2B5EF4-FFF2-40B4-BE49-F238E27FC236}">
                <a16:creationId xmlns:a16="http://schemas.microsoft.com/office/drawing/2014/main" id="{AB0562B2-A85E-2FD4-AA05-29BEC4DF8E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C"/>
          </a:p>
        </p:txBody>
      </p:sp>
      <p:sp>
        <p:nvSpPr>
          <p:cNvPr id="37" name="Rectangle 2">
            <a:extLst>
              <a:ext uri="{FF2B5EF4-FFF2-40B4-BE49-F238E27FC236}">
                <a16:creationId xmlns:a16="http://schemas.microsoft.com/office/drawing/2014/main" id="{F7B1A589-4D22-8468-D3B9-FE2B23ABC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C"/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8B262F7B-E8B4-DA2C-632B-7D99769FC7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8626" y="2944433"/>
            <a:ext cx="4574287" cy="2817381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6B3A3E92-3527-9B70-D40C-ACFDB3FCF4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8448" y="6151960"/>
            <a:ext cx="6192114" cy="30388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0993060" y="9481630"/>
            <a:ext cx="3404168" cy="552092"/>
            <a:chOff x="0" y="0"/>
            <a:chExt cx="1143127" cy="185395"/>
          </a:xfrm>
        </p:grpSpPr>
        <p:sp>
          <p:nvSpPr>
            <p:cNvPr id="3" name="Freeform 3"/>
            <p:cNvSpPr/>
            <p:nvPr/>
          </p:nvSpPr>
          <p:spPr>
            <a:xfrm>
              <a:off x="140589" y="75057"/>
              <a:ext cx="48133" cy="35433"/>
            </a:xfrm>
            <a:custGeom>
              <a:avLst/>
              <a:gdLst/>
              <a:ahLst/>
              <a:cxnLst/>
              <a:rect l="l" t="t" r="r" b="b"/>
              <a:pathLst>
                <a:path w="48133" h="35433">
                  <a:moveTo>
                    <a:pt x="2540" y="30353"/>
                  </a:moveTo>
                  <a:lnTo>
                    <a:pt x="45593" y="30353"/>
                  </a:lnTo>
                  <a:lnTo>
                    <a:pt x="45593" y="32893"/>
                  </a:lnTo>
                  <a:lnTo>
                    <a:pt x="43053" y="32893"/>
                  </a:lnTo>
                  <a:lnTo>
                    <a:pt x="43053" y="2540"/>
                  </a:lnTo>
                  <a:lnTo>
                    <a:pt x="45593" y="2540"/>
                  </a:lnTo>
                  <a:lnTo>
                    <a:pt x="45593" y="5080"/>
                  </a:lnTo>
                  <a:lnTo>
                    <a:pt x="2540" y="5080"/>
                  </a:lnTo>
                  <a:lnTo>
                    <a:pt x="2540" y="2540"/>
                  </a:lnTo>
                  <a:lnTo>
                    <a:pt x="5080" y="2540"/>
                  </a:lnTo>
                  <a:lnTo>
                    <a:pt x="5080" y="32893"/>
                  </a:lnTo>
                  <a:lnTo>
                    <a:pt x="2540" y="32893"/>
                  </a:lnTo>
                  <a:lnTo>
                    <a:pt x="2540" y="30353"/>
                  </a:lnTo>
                  <a:moveTo>
                    <a:pt x="2540" y="35433"/>
                  </a:moveTo>
                  <a:lnTo>
                    <a:pt x="0" y="35433"/>
                  </a:lnTo>
                  <a:lnTo>
                    <a:pt x="0" y="32893"/>
                  </a:lnTo>
                  <a:lnTo>
                    <a:pt x="0" y="2540"/>
                  </a:lnTo>
                  <a:lnTo>
                    <a:pt x="0" y="0"/>
                  </a:lnTo>
                  <a:lnTo>
                    <a:pt x="2540" y="0"/>
                  </a:lnTo>
                  <a:lnTo>
                    <a:pt x="45593" y="0"/>
                  </a:lnTo>
                  <a:lnTo>
                    <a:pt x="48133" y="0"/>
                  </a:lnTo>
                  <a:lnTo>
                    <a:pt x="48133" y="2540"/>
                  </a:lnTo>
                  <a:lnTo>
                    <a:pt x="48133" y="32893"/>
                  </a:lnTo>
                  <a:lnTo>
                    <a:pt x="48133" y="35433"/>
                  </a:lnTo>
                  <a:lnTo>
                    <a:pt x="45593" y="35433"/>
                  </a:lnTo>
                  <a:lnTo>
                    <a:pt x="2540" y="35433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4" name="Freeform 4"/>
            <p:cNvSpPr/>
            <p:nvPr/>
          </p:nvSpPr>
          <p:spPr>
            <a:xfrm>
              <a:off x="63500" y="73660"/>
              <a:ext cx="25400" cy="38100"/>
            </a:xfrm>
            <a:custGeom>
              <a:avLst/>
              <a:gdLst/>
              <a:ahLst/>
              <a:cxnLst/>
              <a:rect l="l" t="t" r="r" b="b"/>
              <a:pathLst>
                <a:path w="25400" h="381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5" name="Freeform 5"/>
            <p:cNvSpPr/>
            <p:nvPr/>
          </p:nvSpPr>
          <p:spPr>
            <a:xfrm>
              <a:off x="241300" y="73660"/>
              <a:ext cx="25400" cy="38100"/>
            </a:xfrm>
            <a:custGeom>
              <a:avLst/>
              <a:gdLst/>
              <a:ahLst/>
              <a:cxnLst/>
              <a:rect l="l" t="t" r="r" b="b"/>
              <a:pathLst>
                <a:path w="25400" h="38100">
                  <a:moveTo>
                    <a:pt x="0" y="38100"/>
                  </a:moveTo>
                  <a:lnTo>
                    <a:pt x="25400" y="19050"/>
                  </a:lnTo>
                  <a:lnTo>
                    <a:pt x="0" y="0"/>
                  </a:lnTo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6" name="Freeform 6"/>
            <p:cNvSpPr/>
            <p:nvPr/>
          </p:nvSpPr>
          <p:spPr>
            <a:xfrm>
              <a:off x="395097" y="64770"/>
              <a:ext cx="68961" cy="55880"/>
            </a:xfrm>
            <a:custGeom>
              <a:avLst/>
              <a:gdLst/>
              <a:ahLst/>
              <a:cxnLst/>
              <a:rect l="l" t="t" r="r" b="b"/>
              <a:pathLst>
                <a:path w="68961" h="55880">
                  <a:moveTo>
                    <a:pt x="2540" y="50800"/>
                  </a:moveTo>
                  <a:lnTo>
                    <a:pt x="45593" y="50800"/>
                  </a:lnTo>
                  <a:lnTo>
                    <a:pt x="45593" y="53340"/>
                  </a:lnTo>
                  <a:lnTo>
                    <a:pt x="43053" y="53340"/>
                  </a:lnTo>
                  <a:lnTo>
                    <a:pt x="43053" y="22987"/>
                  </a:lnTo>
                  <a:lnTo>
                    <a:pt x="45593" y="22987"/>
                  </a:lnTo>
                  <a:lnTo>
                    <a:pt x="45593" y="25527"/>
                  </a:lnTo>
                  <a:lnTo>
                    <a:pt x="2540" y="25527"/>
                  </a:lnTo>
                  <a:lnTo>
                    <a:pt x="2540" y="22987"/>
                  </a:lnTo>
                  <a:lnTo>
                    <a:pt x="5080" y="22987"/>
                  </a:lnTo>
                  <a:lnTo>
                    <a:pt x="5080" y="53340"/>
                  </a:lnTo>
                  <a:lnTo>
                    <a:pt x="2540" y="53340"/>
                  </a:lnTo>
                  <a:lnTo>
                    <a:pt x="2540" y="50800"/>
                  </a:lnTo>
                  <a:moveTo>
                    <a:pt x="2540" y="55880"/>
                  </a:moveTo>
                  <a:lnTo>
                    <a:pt x="0" y="55880"/>
                  </a:lnTo>
                  <a:lnTo>
                    <a:pt x="0" y="53340"/>
                  </a:lnTo>
                  <a:lnTo>
                    <a:pt x="0" y="22987"/>
                  </a:lnTo>
                  <a:lnTo>
                    <a:pt x="0" y="20447"/>
                  </a:lnTo>
                  <a:lnTo>
                    <a:pt x="2540" y="20447"/>
                  </a:lnTo>
                  <a:lnTo>
                    <a:pt x="45593" y="20447"/>
                  </a:lnTo>
                  <a:lnTo>
                    <a:pt x="48133" y="20447"/>
                  </a:lnTo>
                  <a:lnTo>
                    <a:pt x="48133" y="22987"/>
                  </a:lnTo>
                  <a:lnTo>
                    <a:pt x="48133" y="53340"/>
                  </a:lnTo>
                  <a:lnTo>
                    <a:pt x="48133" y="55880"/>
                  </a:lnTo>
                  <a:lnTo>
                    <a:pt x="45593" y="55880"/>
                  </a:lnTo>
                  <a:lnTo>
                    <a:pt x="2540" y="55880"/>
                  </a:lnTo>
                  <a:close/>
                  <a:moveTo>
                    <a:pt x="10541" y="22860"/>
                  </a:moveTo>
                  <a:lnTo>
                    <a:pt x="10541" y="12700"/>
                  </a:lnTo>
                  <a:lnTo>
                    <a:pt x="10541" y="10160"/>
                  </a:lnTo>
                  <a:lnTo>
                    <a:pt x="13081" y="10160"/>
                  </a:lnTo>
                  <a:lnTo>
                    <a:pt x="56261" y="10160"/>
                  </a:lnTo>
                  <a:lnTo>
                    <a:pt x="58801" y="10160"/>
                  </a:lnTo>
                  <a:lnTo>
                    <a:pt x="58801" y="12700"/>
                  </a:lnTo>
                  <a:lnTo>
                    <a:pt x="58801" y="43180"/>
                  </a:lnTo>
                  <a:lnTo>
                    <a:pt x="58801" y="45720"/>
                  </a:lnTo>
                  <a:lnTo>
                    <a:pt x="56261" y="45720"/>
                  </a:lnTo>
                  <a:lnTo>
                    <a:pt x="46101" y="45720"/>
                  </a:lnTo>
                  <a:lnTo>
                    <a:pt x="46101" y="40640"/>
                  </a:lnTo>
                  <a:lnTo>
                    <a:pt x="56261" y="40640"/>
                  </a:lnTo>
                  <a:lnTo>
                    <a:pt x="56261" y="43180"/>
                  </a:lnTo>
                  <a:lnTo>
                    <a:pt x="53721" y="43180"/>
                  </a:lnTo>
                  <a:lnTo>
                    <a:pt x="53721" y="12700"/>
                  </a:lnTo>
                  <a:lnTo>
                    <a:pt x="56261" y="12700"/>
                  </a:lnTo>
                  <a:lnTo>
                    <a:pt x="56261" y="15240"/>
                  </a:lnTo>
                  <a:lnTo>
                    <a:pt x="13081" y="15240"/>
                  </a:lnTo>
                  <a:lnTo>
                    <a:pt x="13081" y="12700"/>
                  </a:lnTo>
                  <a:lnTo>
                    <a:pt x="15621" y="12700"/>
                  </a:lnTo>
                  <a:lnTo>
                    <a:pt x="15621" y="22860"/>
                  </a:lnTo>
                  <a:close/>
                  <a:moveTo>
                    <a:pt x="20701" y="12700"/>
                  </a:moveTo>
                  <a:lnTo>
                    <a:pt x="20701" y="2540"/>
                  </a:lnTo>
                  <a:lnTo>
                    <a:pt x="20701" y="0"/>
                  </a:lnTo>
                  <a:lnTo>
                    <a:pt x="23241" y="0"/>
                  </a:lnTo>
                  <a:lnTo>
                    <a:pt x="66421" y="0"/>
                  </a:lnTo>
                  <a:lnTo>
                    <a:pt x="68961" y="0"/>
                  </a:lnTo>
                  <a:lnTo>
                    <a:pt x="68961" y="2540"/>
                  </a:lnTo>
                  <a:lnTo>
                    <a:pt x="68961" y="33020"/>
                  </a:lnTo>
                  <a:lnTo>
                    <a:pt x="68961" y="35560"/>
                  </a:lnTo>
                  <a:lnTo>
                    <a:pt x="66421" y="35560"/>
                  </a:lnTo>
                  <a:lnTo>
                    <a:pt x="56261" y="35560"/>
                  </a:lnTo>
                  <a:lnTo>
                    <a:pt x="56261" y="30480"/>
                  </a:lnTo>
                  <a:lnTo>
                    <a:pt x="66421" y="30480"/>
                  </a:lnTo>
                  <a:lnTo>
                    <a:pt x="66421" y="33020"/>
                  </a:lnTo>
                  <a:lnTo>
                    <a:pt x="63881" y="33020"/>
                  </a:lnTo>
                  <a:lnTo>
                    <a:pt x="63881" y="2540"/>
                  </a:lnTo>
                  <a:lnTo>
                    <a:pt x="66421" y="2540"/>
                  </a:lnTo>
                  <a:lnTo>
                    <a:pt x="66421" y="5080"/>
                  </a:lnTo>
                  <a:lnTo>
                    <a:pt x="23241" y="5080"/>
                  </a:lnTo>
                  <a:lnTo>
                    <a:pt x="23241" y="2540"/>
                  </a:lnTo>
                  <a:lnTo>
                    <a:pt x="25781" y="2540"/>
                  </a:lnTo>
                  <a:lnTo>
                    <a:pt x="25781" y="1270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7" name="Freeform 7"/>
            <p:cNvSpPr/>
            <p:nvPr/>
          </p:nvSpPr>
          <p:spPr>
            <a:xfrm>
              <a:off x="334518" y="73660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8" name="Freeform 8"/>
            <p:cNvSpPr/>
            <p:nvPr/>
          </p:nvSpPr>
          <p:spPr>
            <a:xfrm>
              <a:off x="694309" y="76200"/>
              <a:ext cx="38100" cy="7620"/>
            </a:xfrm>
            <a:custGeom>
              <a:avLst/>
              <a:gdLst/>
              <a:ahLst/>
              <a:cxnLst/>
              <a:rect l="l" t="t" r="r" b="b"/>
              <a:pathLst>
                <a:path w="38100" h="762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9" name="Freeform 9"/>
            <p:cNvSpPr/>
            <p:nvPr/>
          </p:nvSpPr>
          <p:spPr>
            <a:xfrm>
              <a:off x="605409" y="73660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681609" y="63500"/>
              <a:ext cx="50800" cy="58420"/>
            </a:xfrm>
            <a:custGeom>
              <a:avLst/>
              <a:gdLst/>
              <a:ahLst/>
              <a:cxnLst/>
              <a:rect l="l" t="t" r="r" b="b"/>
              <a:pathLst>
                <a:path w="50800" h="5842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952627" y="63500"/>
              <a:ext cx="50800" cy="33020"/>
            </a:xfrm>
            <a:custGeom>
              <a:avLst/>
              <a:gdLst/>
              <a:ahLst/>
              <a:cxnLst/>
              <a:rect l="l" t="t" r="r" b="b"/>
              <a:pathLst>
                <a:path w="50800" h="3302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876427" y="73660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952627" y="101600"/>
              <a:ext cx="50800" cy="20320"/>
            </a:xfrm>
            <a:custGeom>
              <a:avLst/>
              <a:gdLst/>
              <a:ahLst/>
              <a:cxnLst/>
              <a:rect l="l" t="t" r="r" b="b"/>
              <a:pathLst>
                <a:path w="50800" h="2032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</p:grpSp>
      <p:sp>
        <p:nvSpPr>
          <p:cNvPr id="14" name="Freeform 14"/>
          <p:cNvSpPr/>
          <p:nvPr/>
        </p:nvSpPr>
        <p:spPr>
          <a:xfrm>
            <a:off x="2279746" y="0"/>
            <a:ext cx="14106730" cy="3290312"/>
          </a:xfrm>
          <a:custGeom>
            <a:avLst/>
            <a:gdLst/>
            <a:ahLst/>
            <a:cxnLst/>
            <a:rect l="l" t="t" r="r" b="b"/>
            <a:pathLst>
              <a:path w="14106730" h="3290312">
                <a:moveTo>
                  <a:pt x="0" y="0"/>
                </a:moveTo>
                <a:lnTo>
                  <a:pt x="14106731" y="0"/>
                </a:lnTo>
                <a:lnTo>
                  <a:pt x="14106731" y="3290312"/>
                </a:lnTo>
                <a:lnTo>
                  <a:pt x="0" y="3290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4447774" y="9481630"/>
            <a:ext cx="1617188" cy="552092"/>
            <a:chOff x="0" y="0"/>
            <a:chExt cx="543065" cy="185395"/>
          </a:xfrm>
        </p:grpSpPr>
        <p:sp>
          <p:nvSpPr>
            <p:cNvPr id="16" name="Freeform 16"/>
            <p:cNvSpPr/>
            <p:nvPr/>
          </p:nvSpPr>
          <p:spPr>
            <a:xfrm>
              <a:off x="63500" y="63500"/>
              <a:ext cx="50800" cy="58420"/>
            </a:xfrm>
            <a:custGeom>
              <a:avLst/>
              <a:gdLst/>
              <a:ahLst/>
              <a:cxnLst/>
              <a:rect l="l" t="t" r="r" b="b"/>
              <a:pathLst>
                <a:path w="50800" h="5842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362331" y="95123"/>
              <a:ext cx="25654" cy="25654"/>
            </a:xfrm>
            <a:custGeom>
              <a:avLst/>
              <a:gdLst/>
              <a:ahLst/>
              <a:cxnLst/>
              <a:rect l="l" t="t" r="r" b="b"/>
              <a:pathLst>
                <a:path w="25654" h="25654">
                  <a:moveTo>
                    <a:pt x="5334" y="0"/>
                  </a:moveTo>
                  <a:lnTo>
                    <a:pt x="25654" y="20320"/>
                  </a:lnTo>
                  <a:lnTo>
                    <a:pt x="20320" y="25654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335534" y="68707"/>
              <a:ext cx="35306" cy="35306"/>
            </a:xfrm>
            <a:custGeom>
              <a:avLst/>
              <a:gdLst/>
              <a:ahLst/>
              <a:cxnLst/>
              <a:rect l="l" t="t" r="r" b="b"/>
              <a:pathLst>
                <a:path w="35306" h="35306">
                  <a:moveTo>
                    <a:pt x="30226" y="17780"/>
                  </a:moveTo>
                  <a:cubicBezTo>
                    <a:pt x="30226" y="10795"/>
                    <a:pt x="24511" y="5080"/>
                    <a:pt x="17526" y="5080"/>
                  </a:cubicBezTo>
                  <a:lnTo>
                    <a:pt x="17526" y="2540"/>
                  </a:lnTo>
                  <a:lnTo>
                    <a:pt x="17526" y="5080"/>
                  </a:lnTo>
                  <a:cubicBezTo>
                    <a:pt x="10541" y="5080"/>
                    <a:pt x="4826" y="10795"/>
                    <a:pt x="4826" y="17780"/>
                  </a:cubicBezTo>
                  <a:lnTo>
                    <a:pt x="2286" y="17780"/>
                  </a:lnTo>
                  <a:lnTo>
                    <a:pt x="4826" y="17780"/>
                  </a:lnTo>
                  <a:cubicBezTo>
                    <a:pt x="4826" y="24765"/>
                    <a:pt x="10541" y="30480"/>
                    <a:pt x="17526" y="30480"/>
                  </a:cubicBezTo>
                  <a:lnTo>
                    <a:pt x="17526" y="32893"/>
                  </a:lnTo>
                  <a:lnTo>
                    <a:pt x="17526" y="30353"/>
                  </a:lnTo>
                  <a:cubicBezTo>
                    <a:pt x="24511" y="30353"/>
                    <a:pt x="30226" y="24638"/>
                    <a:pt x="30226" y="17653"/>
                  </a:cubicBezTo>
                  <a:lnTo>
                    <a:pt x="32766" y="17653"/>
                  </a:lnTo>
                  <a:lnTo>
                    <a:pt x="30226" y="17653"/>
                  </a:lnTo>
                  <a:moveTo>
                    <a:pt x="35306" y="17653"/>
                  </a:moveTo>
                  <a:cubicBezTo>
                    <a:pt x="35306" y="27432"/>
                    <a:pt x="27432" y="35306"/>
                    <a:pt x="17653" y="35306"/>
                  </a:cubicBezTo>
                  <a:cubicBezTo>
                    <a:pt x="7874" y="35306"/>
                    <a:pt x="0" y="27432"/>
                    <a:pt x="0" y="17653"/>
                  </a:cubicBezTo>
                  <a:cubicBezTo>
                    <a:pt x="0" y="7874"/>
                    <a:pt x="7874" y="0"/>
                    <a:pt x="17653" y="0"/>
                  </a:cubicBezTo>
                  <a:cubicBezTo>
                    <a:pt x="27432" y="0"/>
                    <a:pt x="35306" y="7874"/>
                    <a:pt x="35306" y="17653"/>
                  </a:cubicBez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40157" y="64770"/>
              <a:ext cx="239268" cy="55880"/>
            </a:xfrm>
            <a:custGeom>
              <a:avLst/>
              <a:gdLst/>
              <a:ahLst/>
              <a:cxnLst/>
              <a:rect l="l" t="t" r="r" b="b"/>
              <a:pathLst>
                <a:path w="239268" h="55880">
                  <a:moveTo>
                    <a:pt x="43561" y="50800"/>
                  </a:moveTo>
                  <a:cubicBezTo>
                    <a:pt x="55880" y="50800"/>
                    <a:pt x="66421" y="40513"/>
                    <a:pt x="66421" y="27940"/>
                  </a:cubicBezTo>
                  <a:lnTo>
                    <a:pt x="68961" y="27940"/>
                  </a:lnTo>
                  <a:lnTo>
                    <a:pt x="66421" y="27940"/>
                  </a:lnTo>
                  <a:cubicBezTo>
                    <a:pt x="66421" y="15367"/>
                    <a:pt x="56134" y="5080"/>
                    <a:pt x="43561" y="5080"/>
                  </a:cubicBezTo>
                  <a:lnTo>
                    <a:pt x="43561" y="2540"/>
                  </a:lnTo>
                  <a:lnTo>
                    <a:pt x="43561" y="5080"/>
                  </a:lnTo>
                  <a:cubicBezTo>
                    <a:pt x="30988" y="5080"/>
                    <a:pt x="20701" y="15367"/>
                    <a:pt x="20701" y="27940"/>
                  </a:cubicBezTo>
                  <a:cubicBezTo>
                    <a:pt x="20701" y="29337"/>
                    <a:pt x="19558" y="30480"/>
                    <a:pt x="18161" y="30480"/>
                  </a:cubicBezTo>
                  <a:cubicBezTo>
                    <a:pt x="16764" y="30480"/>
                    <a:pt x="15621" y="29337"/>
                    <a:pt x="15621" y="27940"/>
                  </a:cubicBezTo>
                  <a:cubicBezTo>
                    <a:pt x="15621" y="12573"/>
                    <a:pt x="28194" y="0"/>
                    <a:pt x="43561" y="0"/>
                  </a:cubicBezTo>
                  <a:cubicBezTo>
                    <a:pt x="58928" y="0"/>
                    <a:pt x="71501" y="12573"/>
                    <a:pt x="71501" y="27940"/>
                  </a:cubicBezTo>
                  <a:cubicBezTo>
                    <a:pt x="71501" y="43307"/>
                    <a:pt x="58674" y="55880"/>
                    <a:pt x="43561" y="55880"/>
                  </a:cubicBezTo>
                  <a:cubicBezTo>
                    <a:pt x="42164" y="55880"/>
                    <a:pt x="41021" y="54737"/>
                    <a:pt x="41021" y="53340"/>
                  </a:cubicBezTo>
                  <a:cubicBezTo>
                    <a:pt x="41021" y="51943"/>
                    <a:pt x="42164" y="50800"/>
                    <a:pt x="43561" y="50800"/>
                  </a:cubicBezTo>
                  <a:close/>
                  <a:moveTo>
                    <a:pt x="35052" y="22225"/>
                  </a:moveTo>
                  <a:lnTo>
                    <a:pt x="19812" y="34925"/>
                  </a:lnTo>
                  <a:lnTo>
                    <a:pt x="18161" y="36322"/>
                  </a:lnTo>
                  <a:lnTo>
                    <a:pt x="16510" y="34925"/>
                  </a:lnTo>
                  <a:lnTo>
                    <a:pt x="1270" y="22225"/>
                  </a:lnTo>
                  <a:cubicBezTo>
                    <a:pt x="254" y="21336"/>
                    <a:pt x="0" y="19685"/>
                    <a:pt x="889" y="18669"/>
                  </a:cubicBezTo>
                  <a:cubicBezTo>
                    <a:pt x="1778" y="17653"/>
                    <a:pt x="3429" y="17399"/>
                    <a:pt x="4445" y="18288"/>
                  </a:cubicBezTo>
                  <a:lnTo>
                    <a:pt x="19685" y="30988"/>
                  </a:lnTo>
                  <a:lnTo>
                    <a:pt x="18034" y="32893"/>
                  </a:lnTo>
                  <a:lnTo>
                    <a:pt x="16383" y="30988"/>
                  </a:lnTo>
                  <a:lnTo>
                    <a:pt x="31623" y="18288"/>
                  </a:lnTo>
                  <a:cubicBezTo>
                    <a:pt x="32639" y="17399"/>
                    <a:pt x="34290" y="17526"/>
                    <a:pt x="35179" y="18669"/>
                  </a:cubicBezTo>
                  <a:cubicBezTo>
                    <a:pt x="36068" y="19812"/>
                    <a:pt x="35941" y="21336"/>
                    <a:pt x="34798" y="22225"/>
                  </a:cubicBezTo>
                  <a:close/>
                  <a:moveTo>
                    <a:pt x="195961" y="55880"/>
                  </a:moveTo>
                  <a:cubicBezTo>
                    <a:pt x="180594" y="55880"/>
                    <a:pt x="168021" y="43307"/>
                    <a:pt x="168021" y="27940"/>
                  </a:cubicBezTo>
                  <a:lnTo>
                    <a:pt x="170561" y="27940"/>
                  </a:lnTo>
                  <a:lnTo>
                    <a:pt x="168021" y="27940"/>
                  </a:lnTo>
                  <a:cubicBezTo>
                    <a:pt x="168021" y="12573"/>
                    <a:pt x="180594" y="0"/>
                    <a:pt x="195961" y="0"/>
                  </a:cubicBezTo>
                  <a:lnTo>
                    <a:pt x="195961" y="2540"/>
                  </a:lnTo>
                  <a:lnTo>
                    <a:pt x="195961" y="0"/>
                  </a:lnTo>
                  <a:cubicBezTo>
                    <a:pt x="211328" y="0"/>
                    <a:pt x="223901" y="12573"/>
                    <a:pt x="223901" y="27940"/>
                  </a:cubicBezTo>
                  <a:cubicBezTo>
                    <a:pt x="223901" y="29337"/>
                    <a:pt x="222758" y="30480"/>
                    <a:pt x="221361" y="30480"/>
                  </a:cubicBezTo>
                  <a:cubicBezTo>
                    <a:pt x="219964" y="30480"/>
                    <a:pt x="218821" y="29337"/>
                    <a:pt x="218821" y="27940"/>
                  </a:cubicBezTo>
                  <a:cubicBezTo>
                    <a:pt x="218821" y="15367"/>
                    <a:pt x="208534" y="5080"/>
                    <a:pt x="195961" y="5080"/>
                  </a:cubicBezTo>
                  <a:cubicBezTo>
                    <a:pt x="183388" y="5080"/>
                    <a:pt x="173101" y="15367"/>
                    <a:pt x="173101" y="27940"/>
                  </a:cubicBezTo>
                  <a:cubicBezTo>
                    <a:pt x="173101" y="40513"/>
                    <a:pt x="183388" y="50800"/>
                    <a:pt x="195961" y="50800"/>
                  </a:cubicBezTo>
                  <a:cubicBezTo>
                    <a:pt x="197358" y="50800"/>
                    <a:pt x="198501" y="51943"/>
                    <a:pt x="198501" y="53340"/>
                  </a:cubicBezTo>
                  <a:cubicBezTo>
                    <a:pt x="198501" y="54737"/>
                    <a:pt x="197358" y="55880"/>
                    <a:pt x="195961" y="55880"/>
                  </a:cubicBezTo>
                  <a:close/>
                  <a:moveTo>
                    <a:pt x="238252" y="22225"/>
                  </a:moveTo>
                  <a:lnTo>
                    <a:pt x="223012" y="34925"/>
                  </a:lnTo>
                  <a:lnTo>
                    <a:pt x="221361" y="36322"/>
                  </a:lnTo>
                  <a:lnTo>
                    <a:pt x="219710" y="34925"/>
                  </a:lnTo>
                  <a:lnTo>
                    <a:pt x="204470" y="22225"/>
                  </a:lnTo>
                  <a:cubicBezTo>
                    <a:pt x="203454" y="21336"/>
                    <a:pt x="203200" y="19685"/>
                    <a:pt x="204089" y="18669"/>
                  </a:cubicBezTo>
                  <a:cubicBezTo>
                    <a:pt x="204978" y="17653"/>
                    <a:pt x="206629" y="17399"/>
                    <a:pt x="207645" y="18288"/>
                  </a:cubicBezTo>
                  <a:lnTo>
                    <a:pt x="222885" y="30988"/>
                  </a:lnTo>
                  <a:lnTo>
                    <a:pt x="221234" y="32893"/>
                  </a:lnTo>
                  <a:lnTo>
                    <a:pt x="219583" y="30988"/>
                  </a:lnTo>
                  <a:lnTo>
                    <a:pt x="234823" y="18288"/>
                  </a:lnTo>
                  <a:cubicBezTo>
                    <a:pt x="235839" y="17399"/>
                    <a:pt x="237490" y="17526"/>
                    <a:pt x="238379" y="18669"/>
                  </a:cubicBezTo>
                  <a:cubicBezTo>
                    <a:pt x="239268" y="19812"/>
                    <a:pt x="239141" y="21336"/>
                    <a:pt x="237998" y="22225"/>
                  </a:cubicBez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2090639" y="9776084"/>
            <a:ext cx="14100263" cy="704722"/>
            <a:chOff x="0" y="0"/>
            <a:chExt cx="4734928" cy="236652"/>
          </a:xfrm>
        </p:grpSpPr>
        <p:sp>
          <p:nvSpPr>
            <p:cNvPr id="21" name="Freeform 21"/>
            <p:cNvSpPr/>
            <p:nvPr/>
          </p:nvSpPr>
          <p:spPr>
            <a:xfrm>
              <a:off x="63500" y="63500"/>
              <a:ext cx="1535938" cy="109601"/>
            </a:xfrm>
            <a:custGeom>
              <a:avLst/>
              <a:gdLst/>
              <a:ahLst/>
              <a:cxnLst/>
              <a:rect l="l" t="t" r="r" b="b"/>
              <a:pathLst>
                <a:path w="1535938" h="109601">
                  <a:moveTo>
                    <a:pt x="0" y="109601"/>
                  </a:moveTo>
                  <a:lnTo>
                    <a:pt x="1535938" y="109601"/>
                  </a:lnTo>
                  <a:lnTo>
                    <a:pt x="15359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1599438" y="63500"/>
              <a:ext cx="1536065" cy="109601"/>
            </a:xfrm>
            <a:custGeom>
              <a:avLst/>
              <a:gdLst/>
              <a:ahLst/>
              <a:cxnLst/>
              <a:rect l="l" t="t" r="r" b="b"/>
              <a:pathLst>
                <a:path w="1536065" h="109601">
                  <a:moveTo>
                    <a:pt x="0" y="109601"/>
                  </a:moveTo>
                  <a:lnTo>
                    <a:pt x="1536065" y="109601"/>
                  </a:lnTo>
                  <a:lnTo>
                    <a:pt x="15360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8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3135503" y="63500"/>
              <a:ext cx="1535938" cy="109601"/>
            </a:xfrm>
            <a:custGeom>
              <a:avLst/>
              <a:gdLst/>
              <a:ahLst/>
              <a:cxnLst/>
              <a:rect l="l" t="t" r="r" b="b"/>
              <a:pathLst>
                <a:path w="1535938" h="109601">
                  <a:moveTo>
                    <a:pt x="0" y="109601"/>
                  </a:moveTo>
                  <a:lnTo>
                    <a:pt x="1535938" y="109601"/>
                  </a:lnTo>
                  <a:lnTo>
                    <a:pt x="15359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/>
            <a:lstStyle/>
            <a:p>
              <a:endParaRPr lang="es-EC"/>
            </a:p>
          </p:txBody>
        </p:sp>
      </p:grpSp>
      <p:sp>
        <p:nvSpPr>
          <p:cNvPr id="24" name="Freeform 24"/>
          <p:cNvSpPr/>
          <p:nvPr/>
        </p:nvSpPr>
        <p:spPr>
          <a:xfrm>
            <a:off x="4837534" y="2990044"/>
            <a:ext cx="8195631" cy="1965034"/>
          </a:xfrm>
          <a:custGeom>
            <a:avLst/>
            <a:gdLst/>
            <a:ahLst/>
            <a:cxnLst/>
            <a:rect l="l" t="t" r="r" b="b"/>
            <a:pathLst>
              <a:path w="8195631" h="1965034">
                <a:moveTo>
                  <a:pt x="0" y="0"/>
                </a:moveTo>
                <a:lnTo>
                  <a:pt x="8195632" y="0"/>
                </a:lnTo>
                <a:lnTo>
                  <a:pt x="8195632" y="1965034"/>
                </a:lnTo>
                <a:lnTo>
                  <a:pt x="0" y="19650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25" name="Freeform 25"/>
          <p:cNvSpPr/>
          <p:nvPr/>
        </p:nvSpPr>
        <p:spPr>
          <a:xfrm>
            <a:off x="5425112" y="5041118"/>
            <a:ext cx="7020476" cy="4354473"/>
          </a:xfrm>
          <a:custGeom>
            <a:avLst/>
            <a:gdLst/>
            <a:ahLst/>
            <a:cxnLst/>
            <a:rect l="l" t="t" r="r" b="b"/>
            <a:pathLst>
              <a:path w="7020476" h="4354473">
                <a:moveTo>
                  <a:pt x="0" y="0"/>
                </a:moveTo>
                <a:lnTo>
                  <a:pt x="7020476" y="0"/>
                </a:lnTo>
                <a:lnTo>
                  <a:pt x="7020476" y="4354472"/>
                </a:lnTo>
                <a:lnTo>
                  <a:pt x="0" y="43544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26" name="TextBox 26"/>
          <p:cNvSpPr txBox="1"/>
          <p:nvPr/>
        </p:nvSpPr>
        <p:spPr>
          <a:xfrm>
            <a:off x="2601374" y="222855"/>
            <a:ext cx="3113626" cy="710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81"/>
              </a:lnSpc>
            </a:pPr>
            <a:r>
              <a:rPr lang="en-US" sz="4272" spc="-17" dirty="0" err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Resultados</a:t>
            </a:r>
            <a:endParaRPr lang="en-US" sz="4272" spc="-17" dirty="0">
              <a:solidFill>
                <a:srgbClr val="FFFFFF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692312" y="1382764"/>
            <a:ext cx="10719099" cy="117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84"/>
              </a:lnSpc>
            </a:pPr>
            <a:r>
              <a:rPr lang="en-US" sz="3560" spc="-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Resultados (1)</a:t>
            </a:r>
          </a:p>
          <a:p>
            <a:pPr algn="l">
              <a:lnSpc>
                <a:spcPts val="4548"/>
              </a:lnSpc>
            </a:pPr>
            <a:r>
              <a:rPr lang="en-US" sz="3248" spc="5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Resultados</a:t>
            </a:r>
            <a:r>
              <a:rPr lang="en-US" sz="3248" spc="5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5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</a:t>
            </a:r>
            <a:r>
              <a:rPr lang="en-US" sz="3248" spc="5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5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la</a:t>
            </a:r>
            <a:r>
              <a:rPr lang="en-US" sz="3248" spc="5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5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predicción</a:t>
            </a:r>
            <a:r>
              <a:rPr lang="en-US" sz="3248" spc="5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5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</a:t>
            </a:r>
            <a:r>
              <a:rPr lang="en-US" sz="3248" spc="5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5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ut01</a:t>
            </a:r>
            <a:r>
              <a:rPr lang="en-US" sz="3248" spc="5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5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(trabajo</a:t>
            </a:r>
            <a:r>
              <a:rPr lang="en-US" sz="3248" spc="5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5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</a:t>
            </a:r>
            <a:r>
              <a:rPr lang="en-US" sz="3248" spc="5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5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remunerado)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836319" y="9974597"/>
            <a:ext cx="1490143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Magaly Aguiar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18419" y="9974597"/>
            <a:ext cx="1473634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  <a:hlinkClick r:id="rId5" action="ppaction://hlinksldjump"/>
              </a:rPr>
              <a:t>Proyecto</a:t>
            </a: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  <a:hlinkClick r:id="rId5" action="ppaction://hlinksldjump"/>
              </a:rPr>
              <a:t>Final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421537" y="9974597"/>
            <a:ext cx="1944177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3 de mayo de 2025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240484" y="9974597"/>
            <a:ext cx="767770" cy="295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17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0993060" y="9481630"/>
            <a:ext cx="3404168" cy="552092"/>
            <a:chOff x="0" y="0"/>
            <a:chExt cx="1143127" cy="185395"/>
          </a:xfrm>
        </p:grpSpPr>
        <p:sp>
          <p:nvSpPr>
            <p:cNvPr id="3" name="Freeform 3"/>
            <p:cNvSpPr/>
            <p:nvPr/>
          </p:nvSpPr>
          <p:spPr>
            <a:xfrm>
              <a:off x="140589" y="75057"/>
              <a:ext cx="48133" cy="35433"/>
            </a:xfrm>
            <a:custGeom>
              <a:avLst/>
              <a:gdLst/>
              <a:ahLst/>
              <a:cxnLst/>
              <a:rect l="l" t="t" r="r" b="b"/>
              <a:pathLst>
                <a:path w="48133" h="35433">
                  <a:moveTo>
                    <a:pt x="2540" y="30353"/>
                  </a:moveTo>
                  <a:lnTo>
                    <a:pt x="45593" y="30353"/>
                  </a:lnTo>
                  <a:lnTo>
                    <a:pt x="45593" y="32893"/>
                  </a:lnTo>
                  <a:lnTo>
                    <a:pt x="43053" y="32893"/>
                  </a:lnTo>
                  <a:lnTo>
                    <a:pt x="43053" y="2540"/>
                  </a:lnTo>
                  <a:lnTo>
                    <a:pt x="45593" y="2540"/>
                  </a:lnTo>
                  <a:lnTo>
                    <a:pt x="45593" y="5080"/>
                  </a:lnTo>
                  <a:lnTo>
                    <a:pt x="2540" y="5080"/>
                  </a:lnTo>
                  <a:lnTo>
                    <a:pt x="2540" y="2540"/>
                  </a:lnTo>
                  <a:lnTo>
                    <a:pt x="5080" y="2540"/>
                  </a:lnTo>
                  <a:lnTo>
                    <a:pt x="5080" y="32893"/>
                  </a:lnTo>
                  <a:lnTo>
                    <a:pt x="2540" y="32893"/>
                  </a:lnTo>
                  <a:lnTo>
                    <a:pt x="2540" y="30353"/>
                  </a:lnTo>
                  <a:moveTo>
                    <a:pt x="2540" y="35433"/>
                  </a:moveTo>
                  <a:lnTo>
                    <a:pt x="0" y="35433"/>
                  </a:lnTo>
                  <a:lnTo>
                    <a:pt x="0" y="32893"/>
                  </a:lnTo>
                  <a:lnTo>
                    <a:pt x="0" y="2540"/>
                  </a:lnTo>
                  <a:lnTo>
                    <a:pt x="0" y="0"/>
                  </a:lnTo>
                  <a:lnTo>
                    <a:pt x="2540" y="0"/>
                  </a:lnTo>
                  <a:lnTo>
                    <a:pt x="45593" y="0"/>
                  </a:lnTo>
                  <a:lnTo>
                    <a:pt x="48133" y="0"/>
                  </a:lnTo>
                  <a:lnTo>
                    <a:pt x="48133" y="2540"/>
                  </a:lnTo>
                  <a:lnTo>
                    <a:pt x="48133" y="32893"/>
                  </a:lnTo>
                  <a:lnTo>
                    <a:pt x="48133" y="35433"/>
                  </a:lnTo>
                  <a:lnTo>
                    <a:pt x="45593" y="35433"/>
                  </a:lnTo>
                  <a:lnTo>
                    <a:pt x="2540" y="35433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4" name="Freeform 4"/>
            <p:cNvSpPr/>
            <p:nvPr/>
          </p:nvSpPr>
          <p:spPr>
            <a:xfrm>
              <a:off x="63500" y="73660"/>
              <a:ext cx="25400" cy="38100"/>
            </a:xfrm>
            <a:custGeom>
              <a:avLst/>
              <a:gdLst/>
              <a:ahLst/>
              <a:cxnLst/>
              <a:rect l="l" t="t" r="r" b="b"/>
              <a:pathLst>
                <a:path w="25400" h="381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5" name="Freeform 5"/>
            <p:cNvSpPr/>
            <p:nvPr/>
          </p:nvSpPr>
          <p:spPr>
            <a:xfrm>
              <a:off x="241300" y="73660"/>
              <a:ext cx="25400" cy="38100"/>
            </a:xfrm>
            <a:custGeom>
              <a:avLst/>
              <a:gdLst/>
              <a:ahLst/>
              <a:cxnLst/>
              <a:rect l="l" t="t" r="r" b="b"/>
              <a:pathLst>
                <a:path w="25400" h="38100">
                  <a:moveTo>
                    <a:pt x="0" y="38100"/>
                  </a:moveTo>
                  <a:lnTo>
                    <a:pt x="25400" y="19050"/>
                  </a:lnTo>
                  <a:lnTo>
                    <a:pt x="0" y="0"/>
                  </a:lnTo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6" name="Freeform 6"/>
            <p:cNvSpPr/>
            <p:nvPr/>
          </p:nvSpPr>
          <p:spPr>
            <a:xfrm>
              <a:off x="395097" y="64770"/>
              <a:ext cx="68961" cy="55880"/>
            </a:xfrm>
            <a:custGeom>
              <a:avLst/>
              <a:gdLst/>
              <a:ahLst/>
              <a:cxnLst/>
              <a:rect l="l" t="t" r="r" b="b"/>
              <a:pathLst>
                <a:path w="68961" h="55880">
                  <a:moveTo>
                    <a:pt x="2540" y="50800"/>
                  </a:moveTo>
                  <a:lnTo>
                    <a:pt x="45593" y="50800"/>
                  </a:lnTo>
                  <a:lnTo>
                    <a:pt x="45593" y="53340"/>
                  </a:lnTo>
                  <a:lnTo>
                    <a:pt x="43053" y="53340"/>
                  </a:lnTo>
                  <a:lnTo>
                    <a:pt x="43053" y="22987"/>
                  </a:lnTo>
                  <a:lnTo>
                    <a:pt x="45593" y="22987"/>
                  </a:lnTo>
                  <a:lnTo>
                    <a:pt x="45593" y="25527"/>
                  </a:lnTo>
                  <a:lnTo>
                    <a:pt x="2540" y="25527"/>
                  </a:lnTo>
                  <a:lnTo>
                    <a:pt x="2540" y="22987"/>
                  </a:lnTo>
                  <a:lnTo>
                    <a:pt x="5080" y="22987"/>
                  </a:lnTo>
                  <a:lnTo>
                    <a:pt x="5080" y="53340"/>
                  </a:lnTo>
                  <a:lnTo>
                    <a:pt x="2540" y="53340"/>
                  </a:lnTo>
                  <a:lnTo>
                    <a:pt x="2540" y="50800"/>
                  </a:lnTo>
                  <a:moveTo>
                    <a:pt x="2540" y="55880"/>
                  </a:moveTo>
                  <a:lnTo>
                    <a:pt x="0" y="55880"/>
                  </a:lnTo>
                  <a:lnTo>
                    <a:pt x="0" y="53340"/>
                  </a:lnTo>
                  <a:lnTo>
                    <a:pt x="0" y="22987"/>
                  </a:lnTo>
                  <a:lnTo>
                    <a:pt x="0" y="20447"/>
                  </a:lnTo>
                  <a:lnTo>
                    <a:pt x="2540" y="20447"/>
                  </a:lnTo>
                  <a:lnTo>
                    <a:pt x="45593" y="20447"/>
                  </a:lnTo>
                  <a:lnTo>
                    <a:pt x="48133" y="20447"/>
                  </a:lnTo>
                  <a:lnTo>
                    <a:pt x="48133" y="22987"/>
                  </a:lnTo>
                  <a:lnTo>
                    <a:pt x="48133" y="53340"/>
                  </a:lnTo>
                  <a:lnTo>
                    <a:pt x="48133" y="55880"/>
                  </a:lnTo>
                  <a:lnTo>
                    <a:pt x="45593" y="55880"/>
                  </a:lnTo>
                  <a:lnTo>
                    <a:pt x="2540" y="55880"/>
                  </a:lnTo>
                  <a:close/>
                  <a:moveTo>
                    <a:pt x="10541" y="22860"/>
                  </a:moveTo>
                  <a:lnTo>
                    <a:pt x="10541" y="12700"/>
                  </a:lnTo>
                  <a:lnTo>
                    <a:pt x="10541" y="10160"/>
                  </a:lnTo>
                  <a:lnTo>
                    <a:pt x="13081" y="10160"/>
                  </a:lnTo>
                  <a:lnTo>
                    <a:pt x="56261" y="10160"/>
                  </a:lnTo>
                  <a:lnTo>
                    <a:pt x="58801" y="10160"/>
                  </a:lnTo>
                  <a:lnTo>
                    <a:pt x="58801" y="12700"/>
                  </a:lnTo>
                  <a:lnTo>
                    <a:pt x="58801" y="43180"/>
                  </a:lnTo>
                  <a:lnTo>
                    <a:pt x="58801" y="45720"/>
                  </a:lnTo>
                  <a:lnTo>
                    <a:pt x="56261" y="45720"/>
                  </a:lnTo>
                  <a:lnTo>
                    <a:pt x="46101" y="45720"/>
                  </a:lnTo>
                  <a:lnTo>
                    <a:pt x="46101" y="40640"/>
                  </a:lnTo>
                  <a:lnTo>
                    <a:pt x="56261" y="40640"/>
                  </a:lnTo>
                  <a:lnTo>
                    <a:pt x="56261" y="43180"/>
                  </a:lnTo>
                  <a:lnTo>
                    <a:pt x="53721" y="43180"/>
                  </a:lnTo>
                  <a:lnTo>
                    <a:pt x="53721" y="12700"/>
                  </a:lnTo>
                  <a:lnTo>
                    <a:pt x="56261" y="12700"/>
                  </a:lnTo>
                  <a:lnTo>
                    <a:pt x="56261" y="15240"/>
                  </a:lnTo>
                  <a:lnTo>
                    <a:pt x="13081" y="15240"/>
                  </a:lnTo>
                  <a:lnTo>
                    <a:pt x="13081" y="12700"/>
                  </a:lnTo>
                  <a:lnTo>
                    <a:pt x="15621" y="12700"/>
                  </a:lnTo>
                  <a:lnTo>
                    <a:pt x="15621" y="22860"/>
                  </a:lnTo>
                  <a:close/>
                  <a:moveTo>
                    <a:pt x="20701" y="12700"/>
                  </a:moveTo>
                  <a:lnTo>
                    <a:pt x="20701" y="2540"/>
                  </a:lnTo>
                  <a:lnTo>
                    <a:pt x="20701" y="0"/>
                  </a:lnTo>
                  <a:lnTo>
                    <a:pt x="23241" y="0"/>
                  </a:lnTo>
                  <a:lnTo>
                    <a:pt x="66421" y="0"/>
                  </a:lnTo>
                  <a:lnTo>
                    <a:pt x="68961" y="0"/>
                  </a:lnTo>
                  <a:lnTo>
                    <a:pt x="68961" y="2540"/>
                  </a:lnTo>
                  <a:lnTo>
                    <a:pt x="68961" y="33020"/>
                  </a:lnTo>
                  <a:lnTo>
                    <a:pt x="68961" y="35560"/>
                  </a:lnTo>
                  <a:lnTo>
                    <a:pt x="66421" y="35560"/>
                  </a:lnTo>
                  <a:lnTo>
                    <a:pt x="56261" y="35560"/>
                  </a:lnTo>
                  <a:lnTo>
                    <a:pt x="56261" y="30480"/>
                  </a:lnTo>
                  <a:lnTo>
                    <a:pt x="66421" y="30480"/>
                  </a:lnTo>
                  <a:lnTo>
                    <a:pt x="66421" y="33020"/>
                  </a:lnTo>
                  <a:lnTo>
                    <a:pt x="63881" y="33020"/>
                  </a:lnTo>
                  <a:lnTo>
                    <a:pt x="63881" y="2540"/>
                  </a:lnTo>
                  <a:lnTo>
                    <a:pt x="66421" y="2540"/>
                  </a:lnTo>
                  <a:lnTo>
                    <a:pt x="66421" y="5080"/>
                  </a:lnTo>
                  <a:lnTo>
                    <a:pt x="23241" y="5080"/>
                  </a:lnTo>
                  <a:lnTo>
                    <a:pt x="23241" y="2540"/>
                  </a:lnTo>
                  <a:lnTo>
                    <a:pt x="25781" y="2540"/>
                  </a:lnTo>
                  <a:lnTo>
                    <a:pt x="25781" y="1270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7" name="Freeform 7"/>
            <p:cNvSpPr/>
            <p:nvPr/>
          </p:nvSpPr>
          <p:spPr>
            <a:xfrm>
              <a:off x="334518" y="73660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8" name="Freeform 8"/>
            <p:cNvSpPr/>
            <p:nvPr/>
          </p:nvSpPr>
          <p:spPr>
            <a:xfrm>
              <a:off x="694309" y="76200"/>
              <a:ext cx="38100" cy="7620"/>
            </a:xfrm>
            <a:custGeom>
              <a:avLst/>
              <a:gdLst/>
              <a:ahLst/>
              <a:cxnLst/>
              <a:rect l="l" t="t" r="r" b="b"/>
              <a:pathLst>
                <a:path w="38100" h="762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9" name="Freeform 9"/>
            <p:cNvSpPr/>
            <p:nvPr/>
          </p:nvSpPr>
          <p:spPr>
            <a:xfrm>
              <a:off x="605409" y="73660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681609" y="63500"/>
              <a:ext cx="50800" cy="58420"/>
            </a:xfrm>
            <a:custGeom>
              <a:avLst/>
              <a:gdLst/>
              <a:ahLst/>
              <a:cxnLst/>
              <a:rect l="l" t="t" r="r" b="b"/>
              <a:pathLst>
                <a:path w="50800" h="5842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952627" y="63500"/>
              <a:ext cx="50800" cy="33020"/>
            </a:xfrm>
            <a:custGeom>
              <a:avLst/>
              <a:gdLst/>
              <a:ahLst/>
              <a:cxnLst/>
              <a:rect l="l" t="t" r="r" b="b"/>
              <a:pathLst>
                <a:path w="50800" h="3302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876427" y="73660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952627" y="101600"/>
              <a:ext cx="50800" cy="20320"/>
            </a:xfrm>
            <a:custGeom>
              <a:avLst/>
              <a:gdLst/>
              <a:ahLst/>
              <a:cxnLst/>
              <a:rect l="l" t="t" r="r" b="b"/>
              <a:pathLst>
                <a:path w="50800" h="2032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</p:grpSp>
      <p:sp>
        <p:nvSpPr>
          <p:cNvPr id="14" name="Freeform 14"/>
          <p:cNvSpPr/>
          <p:nvPr/>
        </p:nvSpPr>
        <p:spPr>
          <a:xfrm>
            <a:off x="2279746" y="0"/>
            <a:ext cx="14106730" cy="3290312"/>
          </a:xfrm>
          <a:custGeom>
            <a:avLst/>
            <a:gdLst/>
            <a:ahLst/>
            <a:cxnLst/>
            <a:rect l="l" t="t" r="r" b="b"/>
            <a:pathLst>
              <a:path w="14106730" h="3290312">
                <a:moveTo>
                  <a:pt x="0" y="0"/>
                </a:moveTo>
                <a:lnTo>
                  <a:pt x="14106731" y="0"/>
                </a:lnTo>
                <a:lnTo>
                  <a:pt x="14106731" y="3290312"/>
                </a:lnTo>
                <a:lnTo>
                  <a:pt x="0" y="3290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4447774" y="9481630"/>
            <a:ext cx="1617188" cy="552092"/>
            <a:chOff x="0" y="0"/>
            <a:chExt cx="543065" cy="185395"/>
          </a:xfrm>
        </p:grpSpPr>
        <p:sp>
          <p:nvSpPr>
            <p:cNvPr id="16" name="Freeform 16"/>
            <p:cNvSpPr/>
            <p:nvPr/>
          </p:nvSpPr>
          <p:spPr>
            <a:xfrm>
              <a:off x="63500" y="63500"/>
              <a:ext cx="50800" cy="58420"/>
            </a:xfrm>
            <a:custGeom>
              <a:avLst/>
              <a:gdLst/>
              <a:ahLst/>
              <a:cxnLst/>
              <a:rect l="l" t="t" r="r" b="b"/>
              <a:pathLst>
                <a:path w="50800" h="5842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362331" y="95123"/>
              <a:ext cx="25654" cy="25654"/>
            </a:xfrm>
            <a:custGeom>
              <a:avLst/>
              <a:gdLst/>
              <a:ahLst/>
              <a:cxnLst/>
              <a:rect l="l" t="t" r="r" b="b"/>
              <a:pathLst>
                <a:path w="25654" h="25654">
                  <a:moveTo>
                    <a:pt x="5334" y="0"/>
                  </a:moveTo>
                  <a:lnTo>
                    <a:pt x="25654" y="20320"/>
                  </a:lnTo>
                  <a:lnTo>
                    <a:pt x="20320" y="25654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335534" y="68707"/>
              <a:ext cx="35306" cy="35306"/>
            </a:xfrm>
            <a:custGeom>
              <a:avLst/>
              <a:gdLst/>
              <a:ahLst/>
              <a:cxnLst/>
              <a:rect l="l" t="t" r="r" b="b"/>
              <a:pathLst>
                <a:path w="35306" h="35306">
                  <a:moveTo>
                    <a:pt x="30226" y="17780"/>
                  </a:moveTo>
                  <a:cubicBezTo>
                    <a:pt x="30226" y="10795"/>
                    <a:pt x="24511" y="5080"/>
                    <a:pt x="17526" y="5080"/>
                  </a:cubicBezTo>
                  <a:lnTo>
                    <a:pt x="17526" y="2540"/>
                  </a:lnTo>
                  <a:lnTo>
                    <a:pt x="17526" y="5080"/>
                  </a:lnTo>
                  <a:cubicBezTo>
                    <a:pt x="10541" y="5080"/>
                    <a:pt x="4826" y="10795"/>
                    <a:pt x="4826" y="17780"/>
                  </a:cubicBezTo>
                  <a:lnTo>
                    <a:pt x="2286" y="17780"/>
                  </a:lnTo>
                  <a:lnTo>
                    <a:pt x="4826" y="17780"/>
                  </a:lnTo>
                  <a:cubicBezTo>
                    <a:pt x="4826" y="24765"/>
                    <a:pt x="10541" y="30480"/>
                    <a:pt x="17526" y="30480"/>
                  </a:cubicBezTo>
                  <a:lnTo>
                    <a:pt x="17526" y="32893"/>
                  </a:lnTo>
                  <a:lnTo>
                    <a:pt x="17526" y="30353"/>
                  </a:lnTo>
                  <a:cubicBezTo>
                    <a:pt x="24511" y="30353"/>
                    <a:pt x="30226" y="24638"/>
                    <a:pt x="30226" y="17653"/>
                  </a:cubicBezTo>
                  <a:lnTo>
                    <a:pt x="32766" y="17653"/>
                  </a:lnTo>
                  <a:lnTo>
                    <a:pt x="30226" y="17653"/>
                  </a:lnTo>
                  <a:moveTo>
                    <a:pt x="35306" y="17653"/>
                  </a:moveTo>
                  <a:cubicBezTo>
                    <a:pt x="35306" y="27432"/>
                    <a:pt x="27432" y="35306"/>
                    <a:pt x="17653" y="35306"/>
                  </a:cubicBezTo>
                  <a:cubicBezTo>
                    <a:pt x="7874" y="35306"/>
                    <a:pt x="0" y="27432"/>
                    <a:pt x="0" y="17653"/>
                  </a:cubicBezTo>
                  <a:cubicBezTo>
                    <a:pt x="0" y="7874"/>
                    <a:pt x="7874" y="0"/>
                    <a:pt x="17653" y="0"/>
                  </a:cubicBezTo>
                  <a:cubicBezTo>
                    <a:pt x="27432" y="0"/>
                    <a:pt x="35306" y="7874"/>
                    <a:pt x="35306" y="17653"/>
                  </a:cubicBez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40157" y="64770"/>
              <a:ext cx="239268" cy="55880"/>
            </a:xfrm>
            <a:custGeom>
              <a:avLst/>
              <a:gdLst/>
              <a:ahLst/>
              <a:cxnLst/>
              <a:rect l="l" t="t" r="r" b="b"/>
              <a:pathLst>
                <a:path w="239268" h="55880">
                  <a:moveTo>
                    <a:pt x="43561" y="50800"/>
                  </a:moveTo>
                  <a:cubicBezTo>
                    <a:pt x="55880" y="50800"/>
                    <a:pt x="66421" y="40513"/>
                    <a:pt x="66421" y="27940"/>
                  </a:cubicBezTo>
                  <a:lnTo>
                    <a:pt x="68961" y="27940"/>
                  </a:lnTo>
                  <a:lnTo>
                    <a:pt x="66421" y="27940"/>
                  </a:lnTo>
                  <a:cubicBezTo>
                    <a:pt x="66421" y="15367"/>
                    <a:pt x="56134" y="5080"/>
                    <a:pt x="43561" y="5080"/>
                  </a:cubicBezTo>
                  <a:lnTo>
                    <a:pt x="43561" y="2540"/>
                  </a:lnTo>
                  <a:lnTo>
                    <a:pt x="43561" y="5080"/>
                  </a:lnTo>
                  <a:cubicBezTo>
                    <a:pt x="30988" y="5080"/>
                    <a:pt x="20701" y="15367"/>
                    <a:pt x="20701" y="27940"/>
                  </a:cubicBezTo>
                  <a:cubicBezTo>
                    <a:pt x="20701" y="29337"/>
                    <a:pt x="19558" y="30480"/>
                    <a:pt x="18161" y="30480"/>
                  </a:cubicBezTo>
                  <a:cubicBezTo>
                    <a:pt x="16764" y="30480"/>
                    <a:pt x="15621" y="29337"/>
                    <a:pt x="15621" y="27940"/>
                  </a:cubicBezTo>
                  <a:cubicBezTo>
                    <a:pt x="15621" y="12573"/>
                    <a:pt x="28194" y="0"/>
                    <a:pt x="43561" y="0"/>
                  </a:cubicBezTo>
                  <a:cubicBezTo>
                    <a:pt x="58928" y="0"/>
                    <a:pt x="71501" y="12573"/>
                    <a:pt x="71501" y="27940"/>
                  </a:cubicBezTo>
                  <a:cubicBezTo>
                    <a:pt x="71501" y="43307"/>
                    <a:pt x="58674" y="55880"/>
                    <a:pt x="43561" y="55880"/>
                  </a:cubicBezTo>
                  <a:cubicBezTo>
                    <a:pt x="42164" y="55880"/>
                    <a:pt x="41021" y="54737"/>
                    <a:pt x="41021" y="53340"/>
                  </a:cubicBezTo>
                  <a:cubicBezTo>
                    <a:pt x="41021" y="51943"/>
                    <a:pt x="42164" y="50800"/>
                    <a:pt x="43561" y="50800"/>
                  </a:cubicBezTo>
                  <a:close/>
                  <a:moveTo>
                    <a:pt x="35052" y="22225"/>
                  </a:moveTo>
                  <a:lnTo>
                    <a:pt x="19812" y="34925"/>
                  </a:lnTo>
                  <a:lnTo>
                    <a:pt x="18161" y="36322"/>
                  </a:lnTo>
                  <a:lnTo>
                    <a:pt x="16510" y="34925"/>
                  </a:lnTo>
                  <a:lnTo>
                    <a:pt x="1270" y="22225"/>
                  </a:lnTo>
                  <a:cubicBezTo>
                    <a:pt x="254" y="21336"/>
                    <a:pt x="0" y="19685"/>
                    <a:pt x="889" y="18669"/>
                  </a:cubicBezTo>
                  <a:cubicBezTo>
                    <a:pt x="1778" y="17653"/>
                    <a:pt x="3429" y="17399"/>
                    <a:pt x="4445" y="18288"/>
                  </a:cubicBezTo>
                  <a:lnTo>
                    <a:pt x="19685" y="30988"/>
                  </a:lnTo>
                  <a:lnTo>
                    <a:pt x="18034" y="32893"/>
                  </a:lnTo>
                  <a:lnTo>
                    <a:pt x="16383" y="30988"/>
                  </a:lnTo>
                  <a:lnTo>
                    <a:pt x="31623" y="18288"/>
                  </a:lnTo>
                  <a:cubicBezTo>
                    <a:pt x="32639" y="17399"/>
                    <a:pt x="34290" y="17526"/>
                    <a:pt x="35179" y="18669"/>
                  </a:cubicBezTo>
                  <a:cubicBezTo>
                    <a:pt x="36068" y="19812"/>
                    <a:pt x="35941" y="21336"/>
                    <a:pt x="34798" y="22225"/>
                  </a:cubicBezTo>
                  <a:close/>
                  <a:moveTo>
                    <a:pt x="195961" y="55880"/>
                  </a:moveTo>
                  <a:cubicBezTo>
                    <a:pt x="180594" y="55880"/>
                    <a:pt x="168021" y="43307"/>
                    <a:pt x="168021" y="27940"/>
                  </a:cubicBezTo>
                  <a:lnTo>
                    <a:pt x="170561" y="27940"/>
                  </a:lnTo>
                  <a:lnTo>
                    <a:pt x="168021" y="27940"/>
                  </a:lnTo>
                  <a:cubicBezTo>
                    <a:pt x="168021" y="12573"/>
                    <a:pt x="180594" y="0"/>
                    <a:pt x="195961" y="0"/>
                  </a:cubicBezTo>
                  <a:lnTo>
                    <a:pt x="195961" y="2540"/>
                  </a:lnTo>
                  <a:lnTo>
                    <a:pt x="195961" y="0"/>
                  </a:lnTo>
                  <a:cubicBezTo>
                    <a:pt x="211328" y="0"/>
                    <a:pt x="223901" y="12573"/>
                    <a:pt x="223901" y="27940"/>
                  </a:cubicBezTo>
                  <a:cubicBezTo>
                    <a:pt x="223901" y="29337"/>
                    <a:pt x="222758" y="30480"/>
                    <a:pt x="221361" y="30480"/>
                  </a:cubicBezTo>
                  <a:cubicBezTo>
                    <a:pt x="219964" y="30480"/>
                    <a:pt x="218821" y="29337"/>
                    <a:pt x="218821" y="27940"/>
                  </a:cubicBezTo>
                  <a:cubicBezTo>
                    <a:pt x="218821" y="15367"/>
                    <a:pt x="208534" y="5080"/>
                    <a:pt x="195961" y="5080"/>
                  </a:cubicBezTo>
                  <a:cubicBezTo>
                    <a:pt x="183388" y="5080"/>
                    <a:pt x="173101" y="15367"/>
                    <a:pt x="173101" y="27940"/>
                  </a:cubicBezTo>
                  <a:cubicBezTo>
                    <a:pt x="173101" y="40513"/>
                    <a:pt x="183388" y="50800"/>
                    <a:pt x="195961" y="50800"/>
                  </a:cubicBezTo>
                  <a:cubicBezTo>
                    <a:pt x="197358" y="50800"/>
                    <a:pt x="198501" y="51943"/>
                    <a:pt x="198501" y="53340"/>
                  </a:cubicBezTo>
                  <a:cubicBezTo>
                    <a:pt x="198501" y="54737"/>
                    <a:pt x="197358" y="55880"/>
                    <a:pt x="195961" y="55880"/>
                  </a:cubicBezTo>
                  <a:close/>
                  <a:moveTo>
                    <a:pt x="238252" y="22225"/>
                  </a:moveTo>
                  <a:lnTo>
                    <a:pt x="223012" y="34925"/>
                  </a:lnTo>
                  <a:lnTo>
                    <a:pt x="221361" y="36322"/>
                  </a:lnTo>
                  <a:lnTo>
                    <a:pt x="219710" y="34925"/>
                  </a:lnTo>
                  <a:lnTo>
                    <a:pt x="204470" y="22225"/>
                  </a:lnTo>
                  <a:cubicBezTo>
                    <a:pt x="203454" y="21336"/>
                    <a:pt x="203200" y="19685"/>
                    <a:pt x="204089" y="18669"/>
                  </a:cubicBezTo>
                  <a:cubicBezTo>
                    <a:pt x="204978" y="17653"/>
                    <a:pt x="206629" y="17399"/>
                    <a:pt x="207645" y="18288"/>
                  </a:cubicBezTo>
                  <a:lnTo>
                    <a:pt x="222885" y="30988"/>
                  </a:lnTo>
                  <a:lnTo>
                    <a:pt x="221234" y="32893"/>
                  </a:lnTo>
                  <a:lnTo>
                    <a:pt x="219583" y="30988"/>
                  </a:lnTo>
                  <a:lnTo>
                    <a:pt x="234823" y="18288"/>
                  </a:lnTo>
                  <a:cubicBezTo>
                    <a:pt x="235839" y="17399"/>
                    <a:pt x="237490" y="17526"/>
                    <a:pt x="238379" y="18669"/>
                  </a:cubicBezTo>
                  <a:cubicBezTo>
                    <a:pt x="239268" y="19812"/>
                    <a:pt x="239141" y="21336"/>
                    <a:pt x="237998" y="22225"/>
                  </a:cubicBez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2090639" y="9776084"/>
            <a:ext cx="14100263" cy="704722"/>
            <a:chOff x="0" y="0"/>
            <a:chExt cx="4734928" cy="236652"/>
          </a:xfrm>
        </p:grpSpPr>
        <p:sp>
          <p:nvSpPr>
            <p:cNvPr id="21" name="Freeform 21"/>
            <p:cNvSpPr/>
            <p:nvPr/>
          </p:nvSpPr>
          <p:spPr>
            <a:xfrm>
              <a:off x="63500" y="63500"/>
              <a:ext cx="1535938" cy="109601"/>
            </a:xfrm>
            <a:custGeom>
              <a:avLst/>
              <a:gdLst/>
              <a:ahLst/>
              <a:cxnLst/>
              <a:rect l="l" t="t" r="r" b="b"/>
              <a:pathLst>
                <a:path w="1535938" h="109601">
                  <a:moveTo>
                    <a:pt x="0" y="109601"/>
                  </a:moveTo>
                  <a:lnTo>
                    <a:pt x="1535938" y="109601"/>
                  </a:lnTo>
                  <a:lnTo>
                    <a:pt x="15359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1599438" y="63500"/>
              <a:ext cx="1536065" cy="109601"/>
            </a:xfrm>
            <a:custGeom>
              <a:avLst/>
              <a:gdLst/>
              <a:ahLst/>
              <a:cxnLst/>
              <a:rect l="l" t="t" r="r" b="b"/>
              <a:pathLst>
                <a:path w="1536065" h="109601">
                  <a:moveTo>
                    <a:pt x="0" y="109601"/>
                  </a:moveTo>
                  <a:lnTo>
                    <a:pt x="1536065" y="109601"/>
                  </a:lnTo>
                  <a:lnTo>
                    <a:pt x="15360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8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3135503" y="63500"/>
              <a:ext cx="1535938" cy="109601"/>
            </a:xfrm>
            <a:custGeom>
              <a:avLst/>
              <a:gdLst/>
              <a:ahLst/>
              <a:cxnLst/>
              <a:rect l="l" t="t" r="r" b="b"/>
              <a:pathLst>
                <a:path w="1535938" h="109601">
                  <a:moveTo>
                    <a:pt x="0" y="109601"/>
                  </a:moveTo>
                  <a:lnTo>
                    <a:pt x="1535938" y="109601"/>
                  </a:lnTo>
                  <a:lnTo>
                    <a:pt x="15359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/>
            <a:lstStyle/>
            <a:p>
              <a:endParaRPr lang="es-EC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601374" y="222855"/>
            <a:ext cx="2885026" cy="710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81"/>
              </a:lnSpc>
            </a:pPr>
            <a:r>
              <a:rPr lang="en-US" sz="4272" spc="-17" dirty="0" err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Resultados</a:t>
            </a:r>
            <a:endParaRPr lang="en-US" sz="4272" spc="-17" dirty="0">
              <a:solidFill>
                <a:srgbClr val="FFFFFF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692312" y="1382764"/>
            <a:ext cx="10719099" cy="117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84"/>
              </a:lnSpc>
            </a:pPr>
            <a:r>
              <a:rPr lang="en-US" sz="3560" spc="-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Resultados (2)</a:t>
            </a:r>
          </a:p>
          <a:p>
            <a:pPr algn="l">
              <a:lnSpc>
                <a:spcPts val="4548"/>
              </a:lnSpc>
            </a:pPr>
            <a:r>
              <a:rPr lang="en-US" sz="3248" spc="5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Resultados de la predicción de la actividad de cocinar (ut15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836319" y="9974597"/>
            <a:ext cx="1490143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Magaly Aguiar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418419" y="9974597"/>
            <a:ext cx="1473634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  <a:hlinkClick r:id="rId3" action="ppaction://hlinksldjump"/>
              </a:rPr>
              <a:t>Proyecto</a:t>
            </a: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  <a:hlinkClick r:id="rId3" action="ppaction://hlinksldjump"/>
              </a:rPr>
              <a:t>Final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21537" y="9974597"/>
            <a:ext cx="1944177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3 de mayo de 2025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240484" y="9974597"/>
            <a:ext cx="767770" cy="295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17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8/11</a:t>
            </a:r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B29FD107-F38E-5CBF-3C9B-468C0D2860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9583" y="3739308"/>
            <a:ext cx="7817493" cy="4658910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8F37F058-CB38-2431-AFD9-DBAD04F1BA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5437" y="3003283"/>
            <a:ext cx="6553607" cy="2982786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A86139E5-50B3-D023-A68F-A187F3D248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2766" y="6330468"/>
            <a:ext cx="7306547" cy="32903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0993060" y="9481630"/>
            <a:ext cx="3404168" cy="552092"/>
            <a:chOff x="0" y="0"/>
            <a:chExt cx="1143127" cy="185395"/>
          </a:xfrm>
        </p:grpSpPr>
        <p:sp>
          <p:nvSpPr>
            <p:cNvPr id="3" name="Freeform 3"/>
            <p:cNvSpPr/>
            <p:nvPr/>
          </p:nvSpPr>
          <p:spPr>
            <a:xfrm>
              <a:off x="140589" y="75057"/>
              <a:ext cx="48133" cy="35433"/>
            </a:xfrm>
            <a:custGeom>
              <a:avLst/>
              <a:gdLst/>
              <a:ahLst/>
              <a:cxnLst/>
              <a:rect l="l" t="t" r="r" b="b"/>
              <a:pathLst>
                <a:path w="48133" h="35433">
                  <a:moveTo>
                    <a:pt x="2540" y="30353"/>
                  </a:moveTo>
                  <a:lnTo>
                    <a:pt x="45593" y="30353"/>
                  </a:lnTo>
                  <a:lnTo>
                    <a:pt x="45593" y="32893"/>
                  </a:lnTo>
                  <a:lnTo>
                    <a:pt x="43053" y="32893"/>
                  </a:lnTo>
                  <a:lnTo>
                    <a:pt x="43053" y="2540"/>
                  </a:lnTo>
                  <a:lnTo>
                    <a:pt x="45593" y="2540"/>
                  </a:lnTo>
                  <a:lnTo>
                    <a:pt x="45593" y="5080"/>
                  </a:lnTo>
                  <a:lnTo>
                    <a:pt x="2540" y="5080"/>
                  </a:lnTo>
                  <a:lnTo>
                    <a:pt x="2540" y="2540"/>
                  </a:lnTo>
                  <a:lnTo>
                    <a:pt x="5080" y="2540"/>
                  </a:lnTo>
                  <a:lnTo>
                    <a:pt x="5080" y="32893"/>
                  </a:lnTo>
                  <a:lnTo>
                    <a:pt x="2540" y="32893"/>
                  </a:lnTo>
                  <a:lnTo>
                    <a:pt x="2540" y="30353"/>
                  </a:lnTo>
                  <a:moveTo>
                    <a:pt x="2540" y="35433"/>
                  </a:moveTo>
                  <a:lnTo>
                    <a:pt x="0" y="35433"/>
                  </a:lnTo>
                  <a:lnTo>
                    <a:pt x="0" y="32893"/>
                  </a:lnTo>
                  <a:lnTo>
                    <a:pt x="0" y="2540"/>
                  </a:lnTo>
                  <a:lnTo>
                    <a:pt x="0" y="0"/>
                  </a:lnTo>
                  <a:lnTo>
                    <a:pt x="2540" y="0"/>
                  </a:lnTo>
                  <a:lnTo>
                    <a:pt x="45593" y="0"/>
                  </a:lnTo>
                  <a:lnTo>
                    <a:pt x="48133" y="0"/>
                  </a:lnTo>
                  <a:lnTo>
                    <a:pt x="48133" y="2540"/>
                  </a:lnTo>
                  <a:lnTo>
                    <a:pt x="48133" y="32893"/>
                  </a:lnTo>
                  <a:lnTo>
                    <a:pt x="48133" y="35433"/>
                  </a:lnTo>
                  <a:lnTo>
                    <a:pt x="45593" y="35433"/>
                  </a:lnTo>
                  <a:lnTo>
                    <a:pt x="2540" y="35433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4" name="Freeform 4"/>
            <p:cNvSpPr/>
            <p:nvPr/>
          </p:nvSpPr>
          <p:spPr>
            <a:xfrm>
              <a:off x="63500" y="73660"/>
              <a:ext cx="25400" cy="38100"/>
            </a:xfrm>
            <a:custGeom>
              <a:avLst/>
              <a:gdLst/>
              <a:ahLst/>
              <a:cxnLst/>
              <a:rect l="l" t="t" r="r" b="b"/>
              <a:pathLst>
                <a:path w="25400" h="381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5" name="Freeform 5"/>
            <p:cNvSpPr/>
            <p:nvPr/>
          </p:nvSpPr>
          <p:spPr>
            <a:xfrm>
              <a:off x="241300" y="73660"/>
              <a:ext cx="25400" cy="38100"/>
            </a:xfrm>
            <a:custGeom>
              <a:avLst/>
              <a:gdLst/>
              <a:ahLst/>
              <a:cxnLst/>
              <a:rect l="l" t="t" r="r" b="b"/>
              <a:pathLst>
                <a:path w="25400" h="38100">
                  <a:moveTo>
                    <a:pt x="0" y="38100"/>
                  </a:moveTo>
                  <a:lnTo>
                    <a:pt x="25400" y="19050"/>
                  </a:lnTo>
                  <a:lnTo>
                    <a:pt x="0" y="0"/>
                  </a:lnTo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6" name="Freeform 6"/>
            <p:cNvSpPr/>
            <p:nvPr/>
          </p:nvSpPr>
          <p:spPr>
            <a:xfrm>
              <a:off x="395097" y="64770"/>
              <a:ext cx="68961" cy="55880"/>
            </a:xfrm>
            <a:custGeom>
              <a:avLst/>
              <a:gdLst/>
              <a:ahLst/>
              <a:cxnLst/>
              <a:rect l="l" t="t" r="r" b="b"/>
              <a:pathLst>
                <a:path w="68961" h="55880">
                  <a:moveTo>
                    <a:pt x="2540" y="50800"/>
                  </a:moveTo>
                  <a:lnTo>
                    <a:pt x="45593" y="50800"/>
                  </a:lnTo>
                  <a:lnTo>
                    <a:pt x="45593" y="53340"/>
                  </a:lnTo>
                  <a:lnTo>
                    <a:pt x="43053" y="53340"/>
                  </a:lnTo>
                  <a:lnTo>
                    <a:pt x="43053" y="22987"/>
                  </a:lnTo>
                  <a:lnTo>
                    <a:pt x="45593" y="22987"/>
                  </a:lnTo>
                  <a:lnTo>
                    <a:pt x="45593" y="25527"/>
                  </a:lnTo>
                  <a:lnTo>
                    <a:pt x="2540" y="25527"/>
                  </a:lnTo>
                  <a:lnTo>
                    <a:pt x="2540" y="22987"/>
                  </a:lnTo>
                  <a:lnTo>
                    <a:pt x="5080" y="22987"/>
                  </a:lnTo>
                  <a:lnTo>
                    <a:pt x="5080" y="53340"/>
                  </a:lnTo>
                  <a:lnTo>
                    <a:pt x="2540" y="53340"/>
                  </a:lnTo>
                  <a:lnTo>
                    <a:pt x="2540" y="50800"/>
                  </a:lnTo>
                  <a:moveTo>
                    <a:pt x="2540" y="55880"/>
                  </a:moveTo>
                  <a:lnTo>
                    <a:pt x="0" y="55880"/>
                  </a:lnTo>
                  <a:lnTo>
                    <a:pt x="0" y="53340"/>
                  </a:lnTo>
                  <a:lnTo>
                    <a:pt x="0" y="22987"/>
                  </a:lnTo>
                  <a:lnTo>
                    <a:pt x="0" y="20447"/>
                  </a:lnTo>
                  <a:lnTo>
                    <a:pt x="2540" y="20447"/>
                  </a:lnTo>
                  <a:lnTo>
                    <a:pt x="45593" y="20447"/>
                  </a:lnTo>
                  <a:lnTo>
                    <a:pt x="48133" y="20447"/>
                  </a:lnTo>
                  <a:lnTo>
                    <a:pt x="48133" y="22987"/>
                  </a:lnTo>
                  <a:lnTo>
                    <a:pt x="48133" y="53340"/>
                  </a:lnTo>
                  <a:lnTo>
                    <a:pt x="48133" y="55880"/>
                  </a:lnTo>
                  <a:lnTo>
                    <a:pt x="45593" y="55880"/>
                  </a:lnTo>
                  <a:lnTo>
                    <a:pt x="2540" y="55880"/>
                  </a:lnTo>
                  <a:close/>
                  <a:moveTo>
                    <a:pt x="10541" y="22860"/>
                  </a:moveTo>
                  <a:lnTo>
                    <a:pt x="10541" y="12700"/>
                  </a:lnTo>
                  <a:lnTo>
                    <a:pt x="10541" y="10160"/>
                  </a:lnTo>
                  <a:lnTo>
                    <a:pt x="13081" y="10160"/>
                  </a:lnTo>
                  <a:lnTo>
                    <a:pt x="56261" y="10160"/>
                  </a:lnTo>
                  <a:lnTo>
                    <a:pt x="58801" y="10160"/>
                  </a:lnTo>
                  <a:lnTo>
                    <a:pt x="58801" y="12700"/>
                  </a:lnTo>
                  <a:lnTo>
                    <a:pt x="58801" y="43180"/>
                  </a:lnTo>
                  <a:lnTo>
                    <a:pt x="58801" y="45720"/>
                  </a:lnTo>
                  <a:lnTo>
                    <a:pt x="56261" y="45720"/>
                  </a:lnTo>
                  <a:lnTo>
                    <a:pt x="46101" y="45720"/>
                  </a:lnTo>
                  <a:lnTo>
                    <a:pt x="46101" y="40640"/>
                  </a:lnTo>
                  <a:lnTo>
                    <a:pt x="56261" y="40640"/>
                  </a:lnTo>
                  <a:lnTo>
                    <a:pt x="56261" y="43180"/>
                  </a:lnTo>
                  <a:lnTo>
                    <a:pt x="53721" y="43180"/>
                  </a:lnTo>
                  <a:lnTo>
                    <a:pt x="53721" y="12700"/>
                  </a:lnTo>
                  <a:lnTo>
                    <a:pt x="56261" y="12700"/>
                  </a:lnTo>
                  <a:lnTo>
                    <a:pt x="56261" y="15240"/>
                  </a:lnTo>
                  <a:lnTo>
                    <a:pt x="13081" y="15240"/>
                  </a:lnTo>
                  <a:lnTo>
                    <a:pt x="13081" y="12700"/>
                  </a:lnTo>
                  <a:lnTo>
                    <a:pt x="15621" y="12700"/>
                  </a:lnTo>
                  <a:lnTo>
                    <a:pt x="15621" y="22860"/>
                  </a:lnTo>
                  <a:close/>
                  <a:moveTo>
                    <a:pt x="20701" y="12700"/>
                  </a:moveTo>
                  <a:lnTo>
                    <a:pt x="20701" y="2540"/>
                  </a:lnTo>
                  <a:lnTo>
                    <a:pt x="20701" y="0"/>
                  </a:lnTo>
                  <a:lnTo>
                    <a:pt x="23241" y="0"/>
                  </a:lnTo>
                  <a:lnTo>
                    <a:pt x="66421" y="0"/>
                  </a:lnTo>
                  <a:lnTo>
                    <a:pt x="68961" y="0"/>
                  </a:lnTo>
                  <a:lnTo>
                    <a:pt x="68961" y="2540"/>
                  </a:lnTo>
                  <a:lnTo>
                    <a:pt x="68961" y="33020"/>
                  </a:lnTo>
                  <a:lnTo>
                    <a:pt x="68961" y="35560"/>
                  </a:lnTo>
                  <a:lnTo>
                    <a:pt x="66421" y="35560"/>
                  </a:lnTo>
                  <a:lnTo>
                    <a:pt x="56261" y="35560"/>
                  </a:lnTo>
                  <a:lnTo>
                    <a:pt x="56261" y="30480"/>
                  </a:lnTo>
                  <a:lnTo>
                    <a:pt x="66421" y="30480"/>
                  </a:lnTo>
                  <a:lnTo>
                    <a:pt x="66421" y="33020"/>
                  </a:lnTo>
                  <a:lnTo>
                    <a:pt x="63881" y="33020"/>
                  </a:lnTo>
                  <a:lnTo>
                    <a:pt x="63881" y="2540"/>
                  </a:lnTo>
                  <a:lnTo>
                    <a:pt x="66421" y="2540"/>
                  </a:lnTo>
                  <a:lnTo>
                    <a:pt x="66421" y="5080"/>
                  </a:lnTo>
                  <a:lnTo>
                    <a:pt x="23241" y="5080"/>
                  </a:lnTo>
                  <a:lnTo>
                    <a:pt x="23241" y="2540"/>
                  </a:lnTo>
                  <a:lnTo>
                    <a:pt x="25781" y="2540"/>
                  </a:lnTo>
                  <a:lnTo>
                    <a:pt x="25781" y="1270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7" name="Freeform 7"/>
            <p:cNvSpPr/>
            <p:nvPr/>
          </p:nvSpPr>
          <p:spPr>
            <a:xfrm>
              <a:off x="334518" y="73660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8" name="Freeform 8"/>
            <p:cNvSpPr/>
            <p:nvPr/>
          </p:nvSpPr>
          <p:spPr>
            <a:xfrm>
              <a:off x="694309" y="76200"/>
              <a:ext cx="38100" cy="7620"/>
            </a:xfrm>
            <a:custGeom>
              <a:avLst/>
              <a:gdLst/>
              <a:ahLst/>
              <a:cxnLst/>
              <a:rect l="l" t="t" r="r" b="b"/>
              <a:pathLst>
                <a:path w="38100" h="762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9" name="Freeform 9"/>
            <p:cNvSpPr/>
            <p:nvPr/>
          </p:nvSpPr>
          <p:spPr>
            <a:xfrm>
              <a:off x="605409" y="73660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681609" y="63500"/>
              <a:ext cx="50800" cy="58420"/>
            </a:xfrm>
            <a:custGeom>
              <a:avLst/>
              <a:gdLst/>
              <a:ahLst/>
              <a:cxnLst/>
              <a:rect l="l" t="t" r="r" b="b"/>
              <a:pathLst>
                <a:path w="50800" h="5842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952627" y="63500"/>
              <a:ext cx="50800" cy="33020"/>
            </a:xfrm>
            <a:custGeom>
              <a:avLst/>
              <a:gdLst/>
              <a:ahLst/>
              <a:cxnLst/>
              <a:rect l="l" t="t" r="r" b="b"/>
              <a:pathLst>
                <a:path w="50800" h="3302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876427" y="73660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952627" y="101600"/>
              <a:ext cx="50800" cy="20320"/>
            </a:xfrm>
            <a:custGeom>
              <a:avLst/>
              <a:gdLst/>
              <a:ahLst/>
              <a:cxnLst/>
              <a:rect l="l" t="t" r="r" b="b"/>
              <a:pathLst>
                <a:path w="50800" h="2032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</p:grpSp>
      <p:sp>
        <p:nvSpPr>
          <p:cNvPr id="14" name="Freeform 14"/>
          <p:cNvSpPr/>
          <p:nvPr/>
        </p:nvSpPr>
        <p:spPr>
          <a:xfrm>
            <a:off x="2279746" y="0"/>
            <a:ext cx="14106730" cy="3290312"/>
          </a:xfrm>
          <a:custGeom>
            <a:avLst/>
            <a:gdLst/>
            <a:ahLst/>
            <a:cxnLst/>
            <a:rect l="l" t="t" r="r" b="b"/>
            <a:pathLst>
              <a:path w="14106730" h="3290312">
                <a:moveTo>
                  <a:pt x="0" y="0"/>
                </a:moveTo>
                <a:lnTo>
                  <a:pt x="14106731" y="0"/>
                </a:lnTo>
                <a:lnTo>
                  <a:pt x="14106731" y="3290312"/>
                </a:lnTo>
                <a:lnTo>
                  <a:pt x="0" y="3290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4447774" y="9481630"/>
            <a:ext cx="1617188" cy="552092"/>
            <a:chOff x="0" y="0"/>
            <a:chExt cx="543065" cy="185395"/>
          </a:xfrm>
        </p:grpSpPr>
        <p:sp>
          <p:nvSpPr>
            <p:cNvPr id="16" name="Freeform 16"/>
            <p:cNvSpPr/>
            <p:nvPr/>
          </p:nvSpPr>
          <p:spPr>
            <a:xfrm>
              <a:off x="63500" y="63500"/>
              <a:ext cx="50800" cy="58420"/>
            </a:xfrm>
            <a:custGeom>
              <a:avLst/>
              <a:gdLst/>
              <a:ahLst/>
              <a:cxnLst/>
              <a:rect l="l" t="t" r="r" b="b"/>
              <a:pathLst>
                <a:path w="50800" h="5842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362331" y="95123"/>
              <a:ext cx="25654" cy="25654"/>
            </a:xfrm>
            <a:custGeom>
              <a:avLst/>
              <a:gdLst/>
              <a:ahLst/>
              <a:cxnLst/>
              <a:rect l="l" t="t" r="r" b="b"/>
              <a:pathLst>
                <a:path w="25654" h="25654">
                  <a:moveTo>
                    <a:pt x="5334" y="0"/>
                  </a:moveTo>
                  <a:lnTo>
                    <a:pt x="25654" y="20320"/>
                  </a:lnTo>
                  <a:lnTo>
                    <a:pt x="20320" y="25654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335534" y="68707"/>
              <a:ext cx="35306" cy="35306"/>
            </a:xfrm>
            <a:custGeom>
              <a:avLst/>
              <a:gdLst/>
              <a:ahLst/>
              <a:cxnLst/>
              <a:rect l="l" t="t" r="r" b="b"/>
              <a:pathLst>
                <a:path w="35306" h="35306">
                  <a:moveTo>
                    <a:pt x="30226" y="17780"/>
                  </a:moveTo>
                  <a:cubicBezTo>
                    <a:pt x="30226" y="10795"/>
                    <a:pt x="24511" y="5080"/>
                    <a:pt x="17526" y="5080"/>
                  </a:cubicBezTo>
                  <a:lnTo>
                    <a:pt x="17526" y="2540"/>
                  </a:lnTo>
                  <a:lnTo>
                    <a:pt x="17526" y="5080"/>
                  </a:lnTo>
                  <a:cubicBezTo>
                    <a:pt x="10541" y="5080"/>
                    <a:pt x="4826" y="10795"/>
                    <a:pt x="4826" y="17780"/>
                  </a:cubicBezTo>
                  <a:lnTo>
                    <a:pt x="2286" y="17780"/>
                  </a:lnTo>
                  <a:lnTo>
                    <a:pt x="4826" y="17780"/>
                  </a:lnTo>
                  <a:cubicBezTo>
                    <a:pt x="4826" y="24765"/>
                    <a:pt x="10541" y="30480"/>
                    <a:pt x="17526" y="30480"/>
                  </a:cubicBezTo>
                  <a:lnTo>
                    <a:pt x="17526" y="32893"/>
                  </a:lnTo>
                  <a:lnTo>
                    <a:pt x="17526" y="30353"/>
                  </a:lnTo>
                  <a:cubicBezTo>
                    <a:pt x="24511" y="30353"/>
                    <a:pt x="30226" y="24638"/>
                    <a:pt x="30226" y="17653"/>
                  </a:cubicBezTo>
                  <a:lnTo>
                    <a:pt x="32766" y="17653"/>
                  </a:lnTo>
                  <a:lnTo>
                    <a:pt x="30226" y="17653"/>
                  </a:lnTo>
                  <a:moveTo>
                    <a:pt x="35306" y="17653"/>
                  </a:moveTo>
                  <a:cubicBezTo>
                    <a:pt x="35306" y="27432"/>
                    <a:pt x="27432" y="35306"/>
                    <a:pt x="17653" y="35306"/>
                  </a:cubicBezTo>
                  <a:cubicBezTo>
                    <a:pt x="7874" y="35306"/>
                    <a:pt x="0" y="27432"/>
                    <a:pt x="0" y="17653"/>
                  </a:cubicBezTo>
                  <a:cubicBezTo>
                    <a:pt x="0" y="7874"/>
                    <a:pt x="7874" y="0"/>
                    <a:pt x="17653" y="0"/>
                  </a:cubicBezTo>
                  <a:cubicBezTo>
                    <a:pt x="27432" y="0"/>
                    <a:pt x="35306" y="7874"/>
                    <a:pt x="35306" y="17653"/>
                  </a:cubicBez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40157" y="64770"/>
              <a:ext cx="239268" cy="55880"/>
            </a:xfrm>
            <a:custGeom>
              <a:avLst/>
              <a:gdLst/>
              <a:ahLst/>
              <a:cxnLst/>
              <a:rect l="l" t="t" r="r" b="b"/>
              <a:pathLst>
                <a:path w="239268" h="55880">
                  <a:moveTo>
                    <a:pt x="43561" y="50800"/>
                  </a:moveTo>
                  <a:cubicBezTo>
                    <a:pt x="55880" y="50800"/>
                    <a:pt x="66421" y="40513"/>
                    <a:pt x="66421" y="27940"/>
                  </a:cubicBezTo>
                  <a:lnTo>
                    <a:pt x="68961" y="27940"/>
                  </a:lnTo>
                  <a:lnTo>
                    <a:pt x="66421" y="27940"/>
                  </a:lnTo>
                  <a:cubicBezTo>
                    <a:pt x="66421" y="15367"/>
                    <a:pt x="56134" y="5080"/>
                    <a:pt x="43561" y="5080"/>
                  </a:cubicBezTo>
                  <a:lnTo>
                    <a:pt x="43561" y="2540"/>
                  </a:lnTo>
                  <a:lnTo>
                    <a:pt x="43561" y="5080"/>
                  </a:lnTo>
                  <a:cubicBezTo>
                    <a:pt x="30988" y="5080"/>
                    <a:pt x="20701" y="15367"/>
                    <a:pt x="20701" y="27940"/>
                  </a:cubicBezTo>
                  <a:cubicBezTo>
                    <a:pt x="20701" y="29337"/>
                    <a:pt x="19558" y="30480"/>
                    <a:pt x="18161" y="30480"/>
                  </a:cubicBezTo>
                  <a:cubicBezTo>
                    <a:pt x="16764" y="30480"/>
                    <a:pt x="15621" y="29337"/>
                    <a:pt x="15621" y="27940"/>
                  </a:cubicBezTo>
                  <a:cubicBezTo>
                    <a:pt x="15621" y="12573"/>
                    <a:pt x="28194" y="0"/>
                    <a:pt x="43561" y="0"/>
                  </a:cubicBezTo>
                  <a:cubicBezTo>
                    <a:pt x="58928" y="0"/>
                    <a:pt x="71501" y="12573"/>
                    <a:pt x="71501" y="27940"/>
                  </a:cubicBezTo>
                  <a:cubicBezTo>
                    <a:pt x="71501" y="43307"/>
                    <a:pt x="58674" y="55880"/>
                    <a:pt x="43561" y="55880"/>
                  </a:cubicBezTo>
                  <a:cubicBezTo>
                    <a:pt x="42164" y="55880"/>
                    <a:pt x="41021" y="54737"/>
                    <a:pt x="41021" y="53340"/>
                  </a:cubicBezTo>
                  <a:cubicBezTo>
                    <a:pt x="41021" y="51943"/>
                    <a:pt x="42164" y="50800"/>
                    <a:pt x="43561" y="50800"/>
                  </a:cubicBezTo>
                  <a:close/>
                  <a:moveTo>
                    <a:pt x="35052" y="22225"/>
                  </a:moveTo>
                  <a:lnTo>
                    <a:pt x="19812" y="34925"/>
                  </a:lnTo>
                  <a:lnTo>
                    <a:pt x="18161" y="36322"/>
                  </a:lnTo>
                  <a:lnTo>
                    <a:pt x="16510" y="34925"/>
                  </a:lnTo>
                  <a:lnTo>
                    <a:pt x="1270" y="22225"/>
                  </a:lnTo>
                  <a:cubicBezTo>
                    <a:pt x="254" y="21336"/>
                    <a:pt x="0" y="19685"/>
                    <a:pt x="889" y="18669"/>
                  </a:cubicBezTo>
                  <a:cubicBezTo>
                    <a:pt x="1778" y="17653"/>
                    <a:pt x="3429" y="17399"/>
                    <a:pt x="4445" y="18288"/>
                  </a:cubicBezTo>
                  <a:lnTo>
                    <a:pt x="19685" y="30988"/>
                  </a:lnTo>
                  <a:lnTo>
                    <a:pt x="18034" y="32893"/>
                  </a:lnTo>
                  <a:lnTo>
                    <a:pt x="16383" y="30988"/>
                  </a:lnTo>
                  <a:lnTo>
                    <a:pt x="31623" y="18288"/>
                  </a:lnTo>
                  <a:cubicBezTo>
                    <a:pt x="32639" y="17399"/>
                    <a:pt x="34290" y="17526"/>
                    <a:pt x="35179" y="18669"/>
                  </a:cubicBezTo>
                  <a:cubicBezTo>
                    <a:pt x="36068" y="19812"/>
                    <a:pt x="35941" y="21336"/>
                    <a:pt x="34798" y="22225"/>
                  </a:cubicBezTo>
                  <a:close/>
                  <a:moveTo>
                    <a:pt x="195961" y="55880"/>
                  </a:moveTo>
                  <a:cubicBezTo>
                    <a:pt x="180594" y="55880"/>
                    <a:pt x="168021" y="43307"/>
                    <a:pt x="168021" y="27940"/>
                  </a:cubicBezTo>
                  <a:lnTo>
                    <a:pt x="170561" y="27940"/>
                  </a:lnTo>
                  <a:lnTo>
                    <a:pt x="168021" y="27940"/>
                  </a:lnTo>
                  <a:cubicBezTo>
                    <a:pt x="168021" y="12573"/>
                    <a:pt x="180594" y="0"/>
                    <a:pt x="195961" y="0"/>
                  </a:cubicBezTo>
                  <a:lnTo>
                    <a:pt x="195961" y="2540"/>
                  </a:lnTo>
                  <a:lnTo>
                    <a:pt x="195961" y="0"/>
                  </a:lnTo>
                  <a:cubicBezTo>
                    <a:pt x="211328" y="0"/>
                    <a:pt x="223901" y="12573"/>
                    <a:pt x="223901" y="27940"/>
                  </a:cubicBezTo>
                  <a:cubicBezTo>
                    <a:pt x="223901" y="29337"/>
                    <a:pt x="222758" y="30480"/>
                    <a:pt x="221361" y="30480"/>
                  </a:cubicBezTo>
                  <a:cubicBezTo>
                    <a:pt x="219964" y="30480"/>
                    <a:pt x="218821" y="29337"/>
                    <a:pt x="218821" y="27940"/>
                  </a:cubicBezTo>
                  <a:cubicBezTo>
                    <a:pt x="218821" y="15367"/>
                    <a:pt x="208534" y="5080"/>
                    <a:pt x="195961" y="5080"/>
                  </a:cubicBezTo>
                  <a:cubicBezTo>
                    <a:pt x="183388" y="5080"/>
                    <a:pt x="173101" y="15367"/>
                    <a:pt x="173101" y="27940"/>
                  </a:cubicBezTo>
                  <a:cubicBezTo>
                    <a:pt x="173101" y="40513"/>
                    <a:pt x="183388" y="50800"/>
                    <a:pt x="195961" y="50800"/>
                  </a:cubicBezTo>
                  <a:cubicBezTo>
                    <a:pt x="197358" y="50800"/>
                    <a:pt x="198501" y="51943"/>
                    <a:pt x="198501" y="53340"/>
                  </a:cubicBezTo>
                  <a:cubicBezTo>
                    <a:pt x="198501" y="54737"/>
                    <a:pt x="197358" y="55880"/>
                    <a:pt x="195961" y="55880"/>
                  </a:cubicBezTo>
                  <a:close/>
                  <a:moveTo>
                    <a:pt x="238252" y="22225"/>
                  </a:moveTo>
                  <a:lnTo>
                    <a:pt x="223012" y="34925"/>
                  </a:lnTo>
                  <a:lnTo>
                    <a:pt x="221361" y="36322"/>
                  </a:lnTo>
                  <a:lnTo>
                    <a:pt x="219710" y="34925"/>
                  </a:lnTo>
                  <a:lnTo>
                    <a:pt x="204470" y="22225"/>
                  </a:lnTo>
                  <a:cubicBezTo>
                    <a:pt x="203454" y="21336"/>
                    <a:pt x="203200" y="19685"/>
                    <a:pt x="204089" y="18669"/>
                  </a:cubicBezTo>
                  <a:cubicBezTo>
                    <a:pt x="204978" y="17653"/>
                    <a:pt x="206629" y="17399"/>
                    <a:pt x="207645" y="18288"/>
                  </a:cubicBezTo>
                  <a:lnTo>
                    <a:pt x="222885" y="30988"/>
                  </a:lnTo>
                  <a:lnTo>
                    <a:pt x="221234" y="32893"/>
                  </a:lnTo>
                  <a:lnTo>
                    <a:pt x="219583" y="30988"/>
                  </a:lnTo>
                  <a:lnTo>
                    <a:pt x="234823" y="18288"/>
                  </a:lnTo>
                  <a:cubicBezTo>
                    <a:pt x="235839" y="17399"/>
                    <a:pt x="237490" y="17526"/>
                    <a:pt x="238379" y="18669"/>
                  </a:cubicBezTo>
                  <a:cubicBezTo>
                    <a:pt x="239268" y="19812"/>
                    <a:pt x="239141" y="21336"/>
                    <a:pt x="237998" y="22225"/>
                  </a:cubicBez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2090639" y="9776084"/>
            <a:ext cx="14100263" cy="704722"/>
            <a:chOff x="0" y="0"/>
            <a:chExt cx="4734928" cy="236652"/>
          </a:xfrm>
        </p:grpSpPr>
        <p:sp>
          <p:nvSpPr>
            <p:cNvPr id="21" name="Freeform 21"/>
            <p:cNvSpPr/>
            <p:nvPr/>
          </p:nvSpPr>
          <p:spPr>
            <a:xfrm>
              <a:off x="63500" y="63500"/>
              <a:ext cx="1535938" cy="109601"/>
            </a:xfrm>
            <a:custGeom>
              <a:avLst/>
              <a:gdLst/>
              <a:ahLst/>
              <a:cxnLst/>
              <a:rect l="l" t="t" r="r" b="b"/>
              <a:pathLst>
                <a:path w="1535938" h="109601">
                  <a:moveTo>
                    <a:pt x="0" y="109601"/>
                  </a:moveTo>
                  <a:lnTo>
                    <a:pt x="1535938" y="109601"/>
                  </a:lnTo>
                  <a:lnTo>
                    <a:pt x="15359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1599438" y="63500"/>
              <a:ext cx="1536065" cy="109601"/>
            </a:xfrm>
            <a:custGeom>
              <a:avLst/>
              <a:gdLst/>
              <a:ahLst/>
              <a:cxnLst/>
              <a:rect l="l" t="t" r="r" b="b"/>
              <a:pathLst>
                <a:path w="1536065" h="109601">
                  <a:moveTo>
                    <a:pt x="0" y="109601"/>
                  </a:moveTo>
                  <a:lnTo>
                    <a:pt x="1536065" y="109601"/>
                  </a:lnTo>
                  <a:lnTo>
                    <a:pt x="15360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8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3135503" y="63500"/>
              <a:ext cx="1535938" cy="109601"/>
            </a:xfrm>
            <a:custGeom>
              <a:avLst/>
              <a:gdLst/>
              <a:ahLst/>
              <a:cxnLst/>
              <a:rect l="l" t="t" r="r" b="b"/>
              <a:pathLst>
                <a:path w="1535938" h="109601">
                  <a:moveTo>
                    <a:pt x="0" y="109601"/>
                  </a:moveTo>
                  <a:lnTo>
                    <a:pt x="1535938" y="109601"/>
                  </a:lnTo>
                  <a:lnTo>
                    <a:pt x="15359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/>
            <a:lstStyle/>
            <a:p>
              <a:endParaRPr lang="es-EC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2601374" y="222855"/>
            <a:ext cx="2725088" cy="710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81"/>
              </a:lnSpc>
            </a:pPr>
            <a:r>
              <a:rPr lang="en-US" sz="4272" spc="-17" dirty="0" err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Resultados</a:t>
            </a:r>
            <a:endParaRPr lang="en-US" sz="4272" spc="-17" dirty="0">
              <a:solidFill>
                <a:srgbClr val="FFFFFF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692312" y="1382764"/>
            <a:ext cx="10719099" cy="117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84"/>
              </a:lnSpc>
            </a:pPr>
            <a:r>
              <a:rPr lang="en-US" sz="3560" spc="-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Resultados (2)</a:t>
            </a:r>
          </a:p>
          <a:p>
            <a:pPr algn="l">
              <a:lnSpc>
                <a:spcPts val="4548"/>
              </a:lnSpc>
            </a:pPr>
            <a:r>
              <a:rPr lang="en-US" sz="3248" spc="5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Resultados</a:t>
            </a:r>
            <a:r>
              <a:rPr lang="en-US" sz="3248" spc="5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5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</a:t>
            </a:r>
            <a:r>
              <a:rPr lang="en-US" sz="3248" spc="5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5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la</a:t>
            </a:r>
            <a:r>
              <a:rPr lang="en-US" sz="3248" spc="5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5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predicción de la actividad de cocinar (ut15)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836319" y="9974597"/>
            <a:ext cx="1490143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Magaly Aguiar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18419" y="9974597"/>
            <a:ext cx="1473634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  <a:hlinkClick r:id="rId3" action="ppaction://hlinksldjump"/>
              </a:rPr>
              <a:t>Proyecto</a:t>
            </a: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  <a:hlinkClick r:id="rId3" action="ppaction://hlinksldjump"/>
              </a:rPr>
              <a:t>Final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421537" y="9974597"/>
            <a:ext cx="1944177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3 de mayo de 2025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240484" y="9974597"/>
            <a:ext cx="950418" cy="295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17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9/11</a:t>
            </a: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DB312A6A-9509-4364-FEC4-093CA0B6DB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9244" y="5877963"/>
            <a:ext cx="5505102" cy="3653555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9E76472A-B734-1911-A3FA-283D13F959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9855" y="5931991"/>
            <a:ext cx="5173213" cy="3859382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8D80C8B8-4A07-2FB3-30AD-6EE45BB95B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2800" y="2905661"/>
            <a:ext cx="4315356" cy="2852523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9FDEE258-C55D-470D-FE53-9158C23FD5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26628" y="2905661"/>
            <a:ext cx="4190424" cy="27699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0993060" y="9481630"/>
            <a:ext cx="3404168" cy="552092"/>
            <a:chOff x="0" y="0"/>
            <a:chExt cx="1143127" cy="185395"/>
          </a:xfrm>
        </p:grpSpPr>
        <p:sp>
          <p:nvSpPr>
            <p:cNvPr id="3" name="Freeform 3"/>
            <p:cNvSpPr/>
            <p:nvPr/>
          </p:nvSpPr>
          <p:spPr>
            <a:xfrm>
              <a:off x="140589" y="75057"/>
              <a:ext cx="48133" cy="35433"/>
            </a:xfrm>
            <a:custGeom>
              <a:avLst/>
              <a:gdLst/>
              <a:ahLst/>
              <a:cxnLst/>
              <a:rect l="l" t="t" r="r" b="b"/>
              <a:pathLst>
                <a:path w="48133" h="35433">
                  <a:moveTo>
                    <a:pt x="2540" y="30353"/>
                  </a:moveTo>
                  <a:lnTo>
                    <a:pt x="45593" y="30353"/>
                  </a:lnTo>
                  <a:lnTo>
                    <a:pt x="45593" y="32893"/>
                  </a:lnTo>
                  <a:lnTo>
                    <a:pt x="43053" y="32893"/>
                  </a:lnTo>
                  <a:lnTo>
                    <a:pt x="43053" y="2540"/>
                  </a:lnTo>
                  <a:lnTo>
                    <a:pt x="45593" y="2540"/>
                  </a:lnTo>
                  <a:lnTo>
                    <a:pt x="45593" y="5080"/>
                  </a:lnTo>
                  <a:lnTo>
                    <a:pt x="2540" y="5080"/>
                  </a:lnTo>
                  <a:lnTo>
                    <a:pt x="2540" y="2540"/>
                  </a:lnTo>
                  <a:lnTo>
                    <a:pt x="5080" y="2540"/>
                  </a:lnTo>
                  <a:lnTo>
                    <a:pt x="5080" y="32893"/>
                  </a:lnTo>
                  <a:lnTo>
                    <a:pt x="2540" y="32893"/>
                  </a:lnTo>
                  <a:lnTo>
                    <a:pt x="2540" y="30353"/>
                  </a:lnTo>
                  <a:moveTo>
                    <a:pt x="2540" y="35433"/>
                  </a:moveTo>
                  <a:lnTo>
                    <a:pt x="0" y="35433"/>
                  </a:lnTo>
                  <a:lnTo>
                    <a:pt x="0" y="32893"/>
                  </a:lnTo>
                  <a:lnTo>
                    <a:pt x="0" y="2540"/>
                  </a:lnTo>
                  <a:lnTo>
                    <a:pt x="0" y="0"/>
                  </a:lnTo>
                  <a:lnTo>
                    <a:pt x="2540" y="0"/>
                  </a:lnTo>
                  <a:lnTo>
                    <a:pt x="45593" y="0"/>
                  </a:lnTo>
                  <a:lnTo>
                    <a:pt x="48133" y="0"/>
                  </a:lnTo>
                  <a:lnTo>
                    <a:pt x="48133" y="2540"/>
                  </a:lnTo>
                  <a:lnTo>
                    <a:pt x="48133" y="32893"/>
                  </a:lnTo>
                  <a:lnTo>
                    <a:pt x="48133" y="35433"/>
                  </a:lnTo>
                  <a:lnTo>
                    <a:pt x="45593" y="35433"/>
                  </a:lnTo>
                  <a:lnTo>
                    <a:pt x="2540" y="35433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4" name="Freeform 4"/>
            <p:cNvSpPr/>
            <p:nvPr/>
          </p:nvSpPr>
          <p:spPr>
            <a:xfrm>
              <a:off x="63500" y="73660"/>
              <a:ext cx="25400" cy="38100"/>
            </a:xfrm>
            <a:custGeom>
              <a:avLst/>
              <a:gdLst/>
              <a:ahLst/>
              <a:cxnLst/>
              <a:rect l="l" t="t" r="r" b="b"/>
              <a:pathLst>
                <a:path w="25400" h="381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5" name="Freeform 5"/>
            <p:cNvSpPr/>
            <p:nvPr/>
          </p:nvSpPr>
          <p:spPr>
            <a:xfrm>
              <a:off x="241300" y="73660"/>
              <a:ext cx="25400" cy="38100"/>
            </a:xfrm>
            <a:custGeom>
              <a:avLst/>
              <a:gdLst/>
              <a:ahLst/>
              <a:cxnLst/>
              <a:rect l="l" t="t" r="r" b="b"/>
              <a:pathLst>
                <a:path w="25400" h="38100">
                  <a:moveTo>
                    <a:pt x="0" y="38100"/>
                  </a:moveTo>
                  <a:lnTo>
                    <a:pt x="25400" y="19050"/>
                  </a:lnTo>
                  <a:lnTo>
                    <a:pt x="0" y="0"/>
                  </a:lnTo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6" name="Freeform 6"/>
            <p:cNvSpPr/>
            <p:nvPr/>
          </p:nvSpPr>
          <p:spPr>
            <a:xfrm>
              <a:off x="395097" y="64770"/>
              <a:ext cx="68961" cy="55880"/>
            </a:xfrm>
            <a:custGeom>
              <a:avLst/>
              <a:gdLst/>
              <a:ahLst/>
              <a:cxnLst/>
              <a:rect l="l" t="t" r="r" b="b"/>
              <a:pathLst>
                <a:path w="68961" h="55880">
                  <a:moveTo>
                    <a:pt x="2540" y="50800"/>
                  </a:moveTo>
                  <a:lnTo>
                    <a:pt x="45593" y="50800"/>
                  </a:lnTo>
                  <a:lnTo>
                    <a:pt x="45593" y="53340"/>
                  </a:lnTo>
                  <a:lnTo>
                    <a:pt x="43053" y="53340"/>
                  </a:lnTo>
                  <a:lnTo>
                    <a:pt x="43053" y="22987"/>
                  </a:lnTo>
                  <a:lnTo>
                    <a:pt x="45593" y="22987"/>
                  </a:lnTo>
                  <a:lnTo>
                    <a:pt x="45593" y="25527"/>
                  </a:lnTo>
                  <a:lnTo>
                    <a:pt x="2540" y="25527"/>
                  </a:lnTo>
                  <a:lnTo>
                    <a:pt x="2540" y="22987"/>
                  </a:lnTo>
                  <a:lnTo>
                    <a:pt x="5080" y="22987"/>
                  </a:lnTo>
                  <a:lnTo>
                    <a:pt x="5080" y="53340"/>
                  </a:lnTo>
                  <a:lnTo>
                    <a:pt x="2540" y="53340"/>
                  </a:lnTo>
                  <a:lnTo>
                    <a:pt x="2540" y="50800"/>
                  </a:lnTo>
                  <a:moveTo>
                    <a:pt x="2540" y="55880"/>
                  </a:moveTo>
                  <a:lnTo>
                    <a:pt x="0" y="55880"/>
                  </a:lnTo>
                  <a:lnTo>
                    <a:pt x="0" y="53340"/>
                  </a:lnTo>
                  <a:lnTo>
                    <a:pt x="0" y="22987"/>
                  </a:lnTo>
                  <a:lnTo>
                    <a:pt x="0" y="20447"/>
                  </a:lnTo>
                  <a:lnTo>
                    <a:pt x="2540" y="20447"/>
                  </a:lnTo>
                  <a:lnTo>
                    <a:pt x="45593" y="20447"/>
                  </a:lnTo>
                  <a:lnTo>
                    <a:pt x="48133" y="20447"/>
                  </a:lnTo>
                  <a:lnTo>
                    <a:pt x="48133" y="22987"/>
                  </a:lnTo>
                  <a:lnTo>
                    <a:pt x="48133" y="53340"/>
                  </a:lnTo>
                  <a:lnTo>
                    <a:pt x="48133" y="55880"/>
                  </a:lnTo>
                  <a:lnTo>
                    <a:pt x="45593" y="55880"/>
                  </a:lnTo>
                  <a:lnTo>
                    <a:pt x="2540" y="55880"/>
                  </a:lnTo>
                  <a:close/>
                  <a:moveTo>
                    <a:pt x="10541" y="22860"/>
                  </a:moveTo>
                  <a:lnTo>
                    <a:pt x="10541" y="12700"/>
                  </a:lnTo>
                  <a:lnTo>
                    <a:pt x="10541" y="10160"/>
                  </a:lnTo>
                  <a:lnTo>
                    <a:pt x="13081" y="10160"/>
                  </a:lnTo>
                  <a:lnTo>
                    <a:pt x="56261" y="10160"/>
                  </a:lnTo>
                  <a:lnTo>
                    <a:pt x="58801" y="10160"/>
                  </a:lnTo>
                  <a:lnTo>
                    <a:pt x="58801" y="12700"/>
                  </a:lnTo>
                  <a:lnTo>
                    <a:pt x="58801" y="43180"/>
                  </a:lnTo>
                  <a:lnTo>
                    <a:pt x="58801" y="45720"/>
                  </a:lnTo>
                  <a:lnTo>
                    <a:pt x="56261" y="45720"/>
                  </a:lnTo>
                  <a:lnTo>
                    <a:pt x="46101" y="45720"/>
                  </a:lnTo>
                  <a:lnTo>
                    <a:pt x="46101" y="40640"/>
                  </a:lnTo>
                  <a:lnTo>
                    <a:pt x="56261" y="40640"/>
                  </a:lnTo>
                  <a:lnTo>
                    <a:pt x="56261" y="43180"/>
                  </a:lnTo>
                  <a:lnTo>
                    <a:pt x="53721" y="43180"/>
                  </a:lnTo>
                  <a:lnTo>
                    <a:pt x="53721" y="12700"/>
                  </a:lnTo>
                  <a:lnTo>
                    <a:pt x="56261" y="12700"/>
                  </a:lnTo>
                  <a:lnTo>
                    <a:pt x="56261" y="15240"/>
                  </a:lnTo>
                  <a:lnTo>
                    <a:pt x="13081" y="15240"/>
                  </a:lnTo>
                  <a:lnTo>
                    <a:pt x="13081" y="12700"/>
                  </a:lnTo>
                  <a:lnTo>
                    <a:pt x="15621" y="12700"/>
                  </a:lnTo>
                  <a:lnTo>
                    <a:pt x="15621" y="22860"/>
                  </a:lnTo>
                  <a:close/>
                  <a:moveTo>
                    <a:pt x="20701" y="12700"/>
                  </a:moveTo>
                  <a:lnTo>
                    <a:pt x="20701" y="2540"/>
                  </a:lnTo>
                  <a:lnTo>
                    <a:pt x="20701" y="0"/>
                  </a:lnTo>
                  <a:lnTo>
                    <a:pt x="23241" y="0"/>
                  </a:lnTo>
                  <a:lnTo>
                    <a:pt x="66421" y="0"/>
                  </a:lnTo>
                  <a:lnTo>
                    <a:pt x="68961" y="0"/>
                  </a:lnTo>
                  <a:lnTo>
                    <a:pt x="68961" y="2540"/>
                  </a:lnTo>
                  <a:lnTo>
                    <a:pt x="68961" y="33020"/>
                  </a:lnTo>
                  <a:lnTo>
                    <a:pt x="68961" y="35560"/>
                  </a:lnTo>
                  <a:lnTo>
                    <a:pt x="66421" y="35560"/>
                  </a:lnTo>
                  <a:lnTo>
                    <a:pt x="56261" y="35560"/>
                  </a:lnTo>
                  <a:lnTo>
                    <a:pt x="56261" y="30480"/>
                  </a:lnTo>
                  <a:lnTo>
                    <a:pt x="66421" y="30480"/>
                  </a:lnTo>
                  <a:lnTo>
                    <a:pt x="66421" y="33020"/>
                  </a:lnTo>
                  <a:lnTo>
                    <a:pt x="63881" y="33020"/>
                  </a:lnTo>
                  <a:lnTo>
                    <a:pt x="63881" y="2540"/>
                  </a:lnTo>
                  <a:lnTo>
                    <a:pt x="66421" y="2540"/>
                  </a:lnTo>
                  <a:lnTo>
                    <a:pt x="66421" y="5080"/>
                  </a:lnTo>
                  <a:lnTo>
                    <a:pt x="23241" y="5080"/>
                  </a:lnTo>
                  <a:lnTo>
                    <a:pt x="23241" y="2540"/>
                  </a:lnTo>
                  <a:lnTo>
                    <a:pt x="25781" y="2540"/>
                  </a:lnTo>
                  <a:lnTo>
                    <a:pt x="25781" y="1270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7" name="Freeform 7"/>
            <p:cNvSpPr/>
            <p:nvPr/>
          </p:nvSpPr>
          <p:spPr>
            <a:xfrm>
              <a:off x="334518" y="73660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8" name="Freeform 8"/>
            <p:cNvSpPr/>
            <p:nvPr/>
          </p:nvSpPr>
          <p:spPr>
            <a:xfrm>
              <a:off x="694309" y="76200"/>
              <a:ext cx="38100" cy="7620"/>
            </a:xfrm>
            <a:custGeom>
              <a:avLst/>
              <a:gdLst/>
              <a:ahLst/>
              <a:cxnLst/>
              <a:rect l="l" t="t" r="r" b="b"/>
              <a:pathLst>
                <a:path w="38100" h="762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9" name="Freeform 9"/>
            <p:cNvSpPr/>
            <p:nvPr/>
          </p:nvSpPr>
          <p:spPr>
            <a:xfrm>
              <a:off x="605409" y="73660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681609" y="63500"/>
              <a:ext cx="50800" cy="58420"/>
            </a:xfrm>
            <a:custGeom>
              <a:avLst/>
              <a:gdLst/>
              <a:ahLst/>
              <a:cxnLst/>
              <a:rect l="l" t="t" r="r" b="b"/>
              <a:pathLst>
                <a:path w="50800" h="5842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952627" y="63500"/>
              <a:ext cx="50800" cy="33020"/>
            </a:xfrm>
            <a:custGeom>
              <a:avLst/>
              <a:gdLst/>
              <a:ahLst/>
              <a:cxnLst/>
              <a:rect l="l" t="t" r="r" b="b"/>
              <a:pathLst>
                <a:path w="50800" h="3302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876427" y="73660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952627" y="101600"/>
              <a:ext cx="50800" cy="20320"/>
            </a:xfrm>
            <a:custGeom>
              <a:avLst/>
              <a:gdLst/>
              <a:ahLst/>
              <a:cxnLst/>
              <a:rect l="l" t="t" r="r" b="b"/>
              <a:pathLst>
                <a:path w="50800" h="2032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</p:grpSp>
      <p:sp>
        <p:nvSpPr>
          <p:cNvPr id="14" name="Freeform 14"/>
          <p:cNvSpPr/>
          <p:nvPr/>
        </p:nvSpPr>
        <p:spPr>
          <a:xfrm>
            <a:off x="2279746" y="0"/>
            <a:ext cx="14106730" cy="3290312"/>
          </a:xfrm>
          <a:custGeom>
            <a:avLst/>
            <a:gdLst/>
            <a:ahLst/>
            <a:cxnLst/>
            <a:rect l="l" t="t" r="r" b="b"/>
            <a:pathLst>
              <a:path w="14106730" h="3290312">
                <a:moveTo>
                  <a:pt x="0" y="0"/>
                </a:moveTo>
                <a:lnTo>
                  <a:pt x="14106731" y="0"/>
                </a:lnTo>
                <a:lnTo>
                  <a:pt x="14106731" y="3290312"/>
                </a:lnTo>
                <a:lnTo>
                  <a:pt x="0" y="3290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4447774" y="9481630"/>
            <a:ext cx="1617188" cy="552092"/>
            <a:chOff x="0" y="0"/>
            <a:chExt cx="543065" cy="185395"/>
          </a:xfrm>
        </p:grpSpPr>
        <p:sp>
          <p:nvSpPr>
            <p:cNvPr id="16" name="Freeform 16"/>
            <p:cNvSpPr/>
            <p:nvPr/>
          </p:nvSpPr>
          <p:spPr>
            <a:xfrm>
              <a:off x="63500" y="63500"/>
              <a:ext cx="50800" cy="58420"/>
            </a:xfrm>
            <a:custGeom>
              <a:avLst/>
              <a:gdLst/>
              <a:ahLst/>
              <a:cxnLst/>
              <a:rect l="l" t="t" r="r" b="b"/>
              <a:pathLst>
                <a:path w="50800" h="5842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362331" y="95123"/>
              <a:ext cx="25654" cy="25654"/>
            </a:xfrm>
            <a:custGeom>
              <a:avLst/>
              <a:gdLst/>
              <a:ahLst/>
              <a:cxnLst/>
              <a:rect l="l" t="t" r="r" b="b"/>
              <a:pathLst>
                <a:path w="25654" h="25654">
                  <a:moveTo>
                    <a:pt x="5334" y="0"/>
                  </a:moveTo>
                  <a:lnTo>
                    <a:pt x="25654" y="20320"/>
                  </a:lnTo>
                  <a:lnTo>
                    <a:pt x="20320" y="25654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335534" y="68707"/>
              <a:ext cx="35306" cy="35306"/>
            </a:xfrm>
            <a:custGeom>
              <a:avLst/>
              <a:gdLst/>
              <a:ahLst/>
              <a:cxnLst/>
              <a:rect l="l" t="t" r="r" b="b"/>
              <a:pathLst>
                <a:path w="35306" h="35306">
                  <a:moveTo>
                    <a:pt x="30226" y="17780"/>
                  </a:moveTo>
                  <a:cubicBezTo>
                    <a:pt x="30226" y="10795"/>
                    <a:pt x="24511" y="5080"/>
                    <a:pt x="17526" y="5080"/>
                  </a:cubicBezTo>
                  <a:lnTo>
                    <a:pt x="17526" y="2540"/>
                  </a:lnTo>
                  <a:lnTo>
                    <a:pt x="17526" y="5080"/>
                  </a:lnTo>
                  <a:cubicBezTo>
                    <a:pt x="10541" y="5080"/>
                    <a:pt x="4826" y="10795"/>
                    <a:pt x="4826" y="17780"/>
                  </a:cubicBezTo>
                  <a:lnTo>
                    <a:pt x="2286" y="17780"/>
                  </a:lnTo>
                  <a:lnTo>
                    <a:pt x="4826" y="17780"/>
                  </a:lnTo>
                  <a:cubicBezTo>
                    <a:pt x="4826" y="24765"/>
                    <a:pt x="10541" y="30480"/>
                    <a:pt x="17526" y="30480"/>
                  </a:cubicBezTo>
                  <a:lnTo>
                    <a:pt x="17526" y="32893"/>
                  </a:lnTo>
                  <a:lnTo>
                    <a:pt x="17526" y="30353"/>
                  </a:lnTo>
                  <a:cubicBezTo>
                    <a:pt x="24511" y="30353"/>
                    <a:pt x="30226" y="24638"/>
                    <a:pt x="30226" y="17653"/>
                  </a:cubicBezTo>
                  <a:lnTo>
                    <a:pt x="32766" y="17653"/>
                  </a:lnTo>
                  <a:lnTo>
                    <a:pt x="30226" y="17653"/>
                  </a:lnTo>
                  <a:moveTo>
                    <a:pt x="35306" y="17653"/>
                  </a:moveTo>
                  <a:cubicBezTo>
                    <a:pt x="35306" y="27432"/>
                    <a:pt x="27432" y="35306"/>
                    <a:pt x="17653" y="35306"/>
                  </a:cubicBezTo>
                  <a:cubicBezTo>
                    <a:pt x="7874" y="35306"/>
                    <a:pt x="0" y="27432"/>
                    <a:pt x="0" y="17653"/>
                  </a:cubicBezTo>
                  <a:cubicBezTo>
                    <a:pt x="0" y="7874"/>
                    <a:pt x="7874" y="0"/>
                    <a:pt x="17653" y="0"/>
                  </a:cubicBezTo>
                  <a:cubicBezTo>
                    <a:pt x="27432" y="0"/>
                    <a:pt x="35306" y="7874"/>
                    <a:pt x="35306" y="17653"/>
                  </a:cubicBez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40157" y="64770"/>
              <a:ext cx="239268" cy="55880"/>
            </a:xfrm>
            <a:custGeom>
              <a:avLst/>
              <a:gdLst/>
              <a:ahLst/>
              <a:cxnLst/>
              <a:rect l="l" t="t" r="r" b="b"/>
              <a:pathLst>
                <a:path w="239268" h="55880">
                  <a:moveTo>
                    <a:pt x="43561" y="50800"/>
                  </a:moveTo>
                  <a:cubicBezTo>
                    <a:pt x="55880" y="50800"/>
                    <a:pt x="66421" y="40513"/>
                    <a:pt x="66421" y="27940"/>
                  </a:cubicBezTo>
                  <a:lnTo>
                    <a:pt x="68961" y="27940"/>
                  </a:lnTo>
                  <a:lnTo>
                    <a:pt x="66421" y="27940"/>
                  </a:lnTo>
                  <a:cubicBezTo>
                    <a:pt x="66421" y="15367"/>
                    <a:pt x="56134" y="5080"/>
                    <a:pt x="43561" y="5080"/>
                  </a:cubicBezTo>
                  <a:lnTo>
                    <a:pt x="43561" y="2540"/>
                  </a:lnTo>
                  <a:lnTo>
                    <a:pt x="43561" y="5080"/>
                  </a:lnTo>
                  <a:cubicBezTo>
                    <a:pt x="30988" y="5080"/>
                    <a:pt x="20701" y="15367"/>
                    <a:pt x="20701" y="27940"/>
                  </a:cubicBezTo>
                  <a:cubicBezTo>
                    <a:pt x="20701" y="29337"/>
                    <a:pt x="19558" y="30480"/>
                    <a:pt x="18161" y="30480"/>
                  </a:cubicBezTo>
                  <a:cubicBezTo>
                    <a:pt x="16764" y="30480"/>
                    <a:pt x="15621" y="29337"/>
                    <a:pt x="15621" y="27940"/>
                  </a:cubicBezTo>
                  <a:cubicBezTo>
                    <a:pt x="15621" y="12573"/>
                    <a:pt x="28194" y="0"/>
                    <a:pt x="43561" y="0"/>
                  </a:cubicBezTo>
                  <a:cubicBezTo>
                    <a:pt x="58928" y="0"/>
                    <a:pt x="71501" y="12573"/>
                    <a:pt x="71501" y="27940"/>
                  </a:cubicBezTo>
                  <a:cubicBezTo>
                    <a:pt x="71501" y="43307"/>
                    <a:pt x="58674" y="55880"/>
                    <a:pt x="43561" y="55880"/>
                  </a:cubicBezTo>
                  <a:cubicBezTo>
                    <a:pt x="42164" y="55880"/>
                    <a:pt x="41021" y="54737"/>
                    <a:pt x="41021" y="53340"/>
                  </a:cubicBezTo>
                  <a:cubicBezTo>
                    <a:pt x="41021" y="51943"/>
                    <a:pt x="42164" y="50800"/>
                    <a:pt x="43561" y="50800"/>
                  </a:cubicBezTo>
                  <a:close/>
                  <a:moveTo>
                    <a:pt x="35052" y="22225"/>
                  </a:moveTo>
                  <a:lnTo>
                    <a:pt x="19812" y="34925"/>
                  </a:lnTo>
                  <a:lnTo>
                    <a:pt x="18161" y="36322"/>
                  </a:lnTo>
                  <a:lnTo>
                    <a:pt x="16510" y="34925"/>
                  </a:lnTo>
                  <a:lnTo>
                    <a:pt x="1270" y="22225"/>
                  </a:lnTo>
                  <a:cubicBezTo>
                    <a:pt x="254" y="21336"/>
                    <a:pt x="0" y="19685"/>
                    <a:pt x="889" y="18669"/>
                  </a:cubicBezTo>
                  <a:cubicBezTo>
                    <a:pt x="1778" y="17653"/>
                    <a:pt x="3429" y="17399"/>
                    <a:pt x="4445" y="18288"/>
                  </a:cubicBezTo>
                  <a:lnTo>
                    <a:pt x="19685" y="30988"/>
                  </a:lnTo>
                  <a:lnTo>
                    <a:pt x="18034" y="32893"/>
                  </a:lnTo>
                  <a:lnTo>
                    <a:pt x="16383" y="30988"/>
                  </a:lnTo>
                  <a:lnTo>
                    <a:pt x="31623" y="18288"/>
                  </a:lnTo>
                  <a:cubicBezTo>
                    <a:pt x="32639" y="17399"/>
                    <a:pt x="34290" y="17526"/>
                    <a:pt x="35179" y="18669"/>
                  </a:cubicBezTo>
                  <a:cubicBezTo>
                    <a:pt x="36068" y="19812"/>
                    <a:pt x="35941" y="21336"/>
                    <a:pt x="34798" y="22225"/>
                  </a:cubicBezTo>
                  <a:close/>
                  <a:moveTo>
                    <a:pt x="195961" y="55880"/>
                  </a:moveTo>
                  <a:cubicBezTo>
                    <a:pt x="180594" y="55880"/>
                    <a:pt x="168021" y="43307"/>
                    <a:pt x="168021" y="27940"/>
                  </a:cubicBezTo>
                  <a:lnTo>
                    <a:pt x="170561" y="27940"/>
                  </a:lnTo>
                  <a:lnTo>
                    <a:pt x="168021" y="27940"/>
                  </a:lnTo>
                  <a:cubicBezTo>
                    <a:pt x="168021" y="12573"/>
                    <a:pt x="180594" y="0"/>
                    <a:pt x="195961" y="0"/>
                  </a:cubicBezTo>
                  <a:lnTo>
                    <a:pt x="195961" y="2540"/>
                  </a:lnTo>
                  <a:lnTo>
                    <a:pt x="195961" y="0"/>
                  </a:lnTo>
                  <a:cubicBezTo>
                    <a:pt x="211328" y="0"/>
                    <a:pt x="223901" y="12573"/>
                    <a:pt x="223901" y="27940"/>
                  </a:cubicBezTo>
                  <a:cubicBezTo>
                    <a:pt x="223901" y="29337"/>
                    <a:pt x="222758" y="30480"/>
                    <a:pt x="221361" y="30480"/>
                  </a:cubicBezTo>
                  <a:cubicBezTo>
                    <a:pt x="219964" y="30480"/>
                    <a:pt x="218821" y="29337"/>
                    <a:pt x="218821" y="27940"/>
                  </a:cubicBezTo>
                  <a:cubicBezTo>
                    <a:pt x="218821" y="15367"/>
                    <a:pt x="208534" y="5080"/>
                    <a:pt x="195961" y="5080"/>
                  </a:cubicBezTo>
                  <a:cubicBezTo>
                    <a:pt x="183388" y="5080"/>
                    <a:pt x="173101" y="15367"/>
                    <a:pt x="173101" y="27940"/>
                  </a:cubicBezTo>
                  <a:cubicBezTo>
                    <a:pt x="173101" y="40513"/>
                    <a:pt x="183388" y="50800"/>
                    <a:pt x="195961" y="50800"/>
                  </a:cubicBezTo>
                  <a:cubicBezTo>
                    <a:pt x="197358" y="50800"/>
                    <a:pt x="198501" y="51943"/>
                    <a:pt x="198501" y="53340"/>
                  </a:cubicBezTo>
                  <a:cubicBezTo>
                    <a:pt x="198501" y="54737"/>
                    <a:pt x="197358" y="55880"/>
                    <a:pt x="195961" y="55880"/>
                  </a:cubicBezTo>
                  <a:close/>
                  <a:moveTo>
                    <a:pt x="238252" y="22225"/>
                  </a:moveTo>
                  <a:lnTo>
                    <a:pt x="223012" y="34925"/>
                  </a:lnTo>
                  <a:lnTo>
                    <a:pt x="221361" y="36322"/>
                  </a:lnTo>
                  <a:lnTo>
                    <a:pt x="219710" y="34925"/>
                  </a:lnTo>
                  <a:lnTo>
                    <a:pt x="204470" y="22225"/>
                  </a:lnTo>
                  <a:cubicBezTo>
                    <a:pt x="203454" y="21336"/>
                    <a:pt x="203200" y="19685"/>
                    <a:pt x="204089" y="18669"/>
                  </a:cubicBezTo>
                  <a:cubicBezTo>
                    <a:pt x="204978" y="17653"/>
                    <a:pt x="206629" y="17399"/>
                    <a:pt x="207645" y="18288"/>
                  </a:cubicBezTo>
                  <a:lnTo>
                    <a:pt x="222885" y="30988"/>
                  </a:lnTo>
                  <a:lnTo>
                    <a:pt x="221234" y="32893"/>
                  </a:lnTo>
                  <a:lnTo>
                    <a:pt x="219583" y="30988"/>
                  </a:lnTo>
                  <a:lnTo>
                    <a:pt x="234823" y="18288"/>
                  </a:lnTo>
                  <a:cubicBezTo>
                    <a:pt x="235839" y="17399"/>
                    <a:pt x="237490" y="17526"/>
                    <a:pt x="238379" y="18669"/>
                  </a:cubicBezTo>
                  <a:cubicBezTo>
                    <a:pt x="239268" y="19812"/>
                    <a:pt x="239141" y="21336"/>
                    <a:pt x="237998" y="22225"/>
                  </a:cubicBez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2090639" y="9776084"/>
            <a:ext cx="14100263" cy="704722"/>
            <a:chOff x="0" y="0"/>
            <a:chExt cx="4734928" cy="236652"/>
          </a:xfrm>
        </p:grpSpPr>
        <p:sp>
          <p:nvSpPr>
            <p:cNvPr id="21" name="Freeform 21"/>
            <p:cNvSpPr/>
            <p:nvPr/>
          </p:nvSpPr>
          <p:spPr>
            <a:xfrm>
              <a:off x="63500" y="63500"/>
              <a:ext cx="1535938" cy="109601"/>
            </a:xfrm>
            <a:custGeom>
              <a:avLst/>
              <a:gdLst/>
              <a:ahLst/>
              <a:cxnLst/>
              <a:rect l="l" t="t" r="r" b="b"/>
              <a:pathLst>
                <a:path w="1535938" h="109601">
                  <a:moveTo>
                    <a:pt x="0" y="109601"/>
                  </a:moveTo>
                  <a:lnTo>
                    <a:pt x="1535938" y="109601"/>
                  </a:lnTo>
                  <a:lnTo>
                    <a:pt x="15359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1599438" y="63500"/>
              <a:ext cx="1536065" cy="109601"/>
            </a:xfrm>
            <a:custGeom>
              <a:avLst/>
              <a:gdLst/>
              <a:ahLst/>
              <a:cxnLst/>
              <a:rect l="l" t="t" r="r" b="b"/>
              <a:pathLst>
                <a:path w="1536065" h="109601">
                  <a:moveTo>
                    <a:pt x="0" y="109601"/>
                  </a:moveTo>
                  <a:lnTo>
                    <a:pt x="1536065" y="109601"/>
                  </a:lnTo>
                  <a:lnTo>
                    <a:pt x="15360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8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3135503" y="63500"/>
              <a:ext cx="1535938" cy="109601"/>
            </a:xfrm>
            <a:custGeom>
              <a:avLst/>
              <a:gdLst/>
              <a:ahLst/>
              <a:cxnLst/>
              <a:rect l="l" t="t" r="r" b="b"/>
              <a:pathLst>
                <a:path w="1535938" h="109601">
                  <a:moveTo>
                    <a:pt x="0" y="109601"/>
                  </a:moveTo>
                  <a:lnTo>
                    <a:pt x="1535938" y="109601"/>
                  </a:lnTo>
                  <a:lnTo>
                    <a:pt x="15359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/>
            <a:lstStyle/>
            <a:p>
              <a:endParaRPr lang="es-EC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601374" y="222855"/>
            <a:ext cx="2725088" cy="710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81"/>
              </a:lnSpc>
            </a:pPr>
            <a:r>
              <a:rPr lang="en-US" sz="4272" spc="-17" dirty="0" err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Resultados</a:t>
            </a:r>
            <a:endParaRPr lang="en-US" sz="4272" spc="-17" dirty="0">
              <a:solidFill>
                <a:srgbClr val="FFFFFF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692312" y="1382764"/>
            <a:ext cx="10719099" cy="117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84"/>
              </a:lnSpc>
            </a:pPr>
            <a:r>
              <a:rPr lang="en-US" sz="3560" spc="-14" dirty="0" err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Resultados</a:t>
            </a:r>
            <a:r>
              <a:rPr lang="en-US" sz="3560" spc="-14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(3)</a:t>
            </a:r>
          </a:p>
          <a:p>
            <a:pPr algn="l">
              <a:lnSpc>
                <a:spcPts val="4548"/>
              </a:lnSpc>
            </a:pPr>
            <a:r>
              <a:rPr lang="en-US" sz="3248" spc="58" dirty="0" err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Resultados</a:t>
            </a:r>
            <a:r>
              <a:rPr lang="en-US" sz="3248" spc="58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de la </a:t>
            </a:r>
            <a:r>
              <a:rPr lang="en-US" sz="3248" spc="58" dirty="0" err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predicción</a:t>
            </a:r>
            <a:r>
              <a:rPr lang="en-US" sz="3248" spc="58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de la </a:t>
            </a:r>
            <a:r>
              <a:rPr lang="en-US" sz="3248" spc="58" dirty="0" err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actividad</a:t>
            </a:r>
            <a:r>
              <a:rPr lang="en-US" sz="3248" spc="58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de </a:t>
            </a:r>
            <a:r>
              <a:rPr lang="en-US" sz="3248" spc="58" dirty="0" err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cocinar</a:t>
            </a:r>
            <a:r>
              <a:rPr lang="en-US" sz="3248" spc="58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(ut15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836319" y="9974597"/>
            <a:ext cx="1490143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Magaly Aguiar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418419" y="9974597"/>
            <a:ext cx="1473634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  <a:hlinkClick r:id="rId3" action="ppaction://hlinksldjump"/>
              </a:rPr>
              <a:t>Proyecto</a:t>
            </a: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  <a:hlinkClick r:id="rId3" action="ppaction://hlinksldjump"/>
              </a:rPr>
              <a:t>Final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21537" y="9974597"/>
            <a:ext cx="1944177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3 de mayo de 2025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240484" y="9974597"/>
            <a:ext cx="767770" cy="295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17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10/11</a:t>
            </a:r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6CCE276F-D00A-D0EB-7DFD-DFCDD3F4FE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134" y="3395633"/>
            <a:ext cx="8295919" cy="2104147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3242577D-72CE-C17E-FA00-DF34B14676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6556562"/>
            <a:ext cx="8502001" cy="2104148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F5C11E77-0112-C9EF-802E-D2DE76A418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8496" y="3426602"/>
            <a:ext cx="7699263" cy="499263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0993060" y="9481630"/>
            <a:ext cx="3404168" cy="552092"/>
            <a:chOff x="0" y="0"/>
            <a:chExt cx="1143127" cy="185395"/>
          </a:xfrm>
        </p:grpSpPr>
        <p:sp>
          <p:nvSpPr>
            <p:cNvPr id="3" name="Freeform 3"/>
            <p:cNvSpPr/>
            <p:nvPr/>
          </p:nvSpPr>
          <p:spPr>
            <a:xfrm>
              <a:off x="140589" y="75057"/>
              <a:ext cx="48133" cy="35433"/>
            </a:xfrm>
            <a:custGeom>
              <a:avLst/>
              <a:gdLst/>
              <a:ahLst/>
              <a:cxnLst/>
              <a:rect l="l" t="t" r="r" b="b"/>
              <a:pathLst>
                <a:path w="48133" h="35433">
                  <a:moveTo>
                    <a:pt x="2540" y="30353"/>
                  </a:moveTo>
                  <a:lnTo>
                    <a:pt x="45593" y="30353"/>
                  </a:lnTo>
                  <a:lnTo>
                    <a:pt x="45593" y="32893"/>
                  </a:lnTo>
                  <a:lnTo>
                    <a:pt x="43053" y="32893"/>
                  </a:lnTo>
                  <a:lnTo>
                    <a:pt x="43053" y="2540"/>
                  </a:lnTo>
                  <a:lnTo>
                    <a:pt x="45593" y="2540"/>
                  </a:lnTo>
                  <a:lnTo>
                    <a:pt x="45593" y="5080"/>
                  </a:lnTo>
                  <a:lnTo>
                    <a:pt x="2540" y="5080"/>
                  </a:lnTo>
                  <a:lnTo>
                    <a:pt x="2540" y="2540"/>
                  </a:lnTo>
                  <a:lnTo>
                    <a:pt x="5080" y="2540"/>
                  </a:lnTo>
                  <a:lnTo>
                    <a:pt x="5080" y="32893"/>
                  </a:lnTo>
                  <a:lnTo>
                    <a:pt x="2540" y="32893"/>
                  </a:lnTo>
                  <a:lnTo>
                    <a:pt x="2540" y="30353"/>
                  </a:lnTo>
                  <a:moveTo>
                    <a:pt x="2540" y="35433"/>
                  </a:moveTo>
                  <a:lnTo>
                    <a:pt x="0" y="35433"/>
                  </a:lnTo>
                  <a:lnTo>
                    <a:pt x="0" y="32893"/>
                  </a:lnTo>
                  <a:lnTo>
                    <a:pt x="0" y="2540"/>
                  </a:lnTo>
                  <a:lnTo>
                    <a:pt x="0" y="0"/>
                  </a:lnTo>
                  <a:lnTo>
                    <a:pt x="2540" y="0"/>
                  </a:lnTo>
                  <a:lnTo>
                    <a:pt x="45593" y="0"/>
                  </a:lnTo>
                  <a:lnTo>
                    <a:pt x="48133" y="0"/>
                  </a:lnTo>
                  <a:lnTo>
                    <a:pt x="48133" y="2540"/>
                  </a:lnTo>
                  <a:lnTo>
                    <a:pt x="48133" y="32893"/>
                  </a:lnTo>
                  <a:lnTo>
                    <a:pt x="48133" y="35433"/>
                  </a:lnTo>
                  <a:lnTo>
                    <a:pt x="45593" y="35433"/>
                  </a:lnTo>
                  <a:lnTo>
                    <a:pt x="2540" y="35433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4" name="Freeform 4"/>
            <p:cNvSpPr/>
            <p:nvPr/>
          </p:nvSpPr>
          <p:spPr>
            <a:xfrm>
              <a:off x="63500" y="73660"/>
              <a:ext cx="25400" cy="38100"/>
            </a:xfrm>
            <a:custGeom>
              <a:avLst/>
              <a:gdLst/>
              <a:ahLst/>
              <a:cxnLst/>
              <a:rect l="l" t="t" r="r" b="b"/>
              <a:pathLst>
                <a:path w="25400" h="381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5" name="Freeform 5"/>
            <p:cNvSpPr/>
            <p:nvPr/>
          </p:nvSpPr>
          <p:spPr>
            <a:xfrm>
              <a:off x="241300" y="73660"/>
              <a:ext cx="25400" cy="38100"/>
            </a:xfrm>
            <a:custGeom>
              <a:avLst/>
              <a:gdLst/>
              <a:ahLst/>
              <a:cxnLst/>
              <a:rect l="l" t="t" r="r" b="b"/>
              <a:pathLst>
                <a:path w="25400" h="38100">
                  <a:moveTo>
                    <a:pt x="0" y="38100"/>
                  </a:moveTo>
                  <a:lnTo>
                    <a:pt x="25400" y="19050"/>
                  </a:lnTo>
                  <a:lnTo>
                    <a:pt x="0" y="0"/>
                  </a:lnTo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6" name="Freeform 6"/>
            <p:cNvSpPr/>
            <p:nvPr/>
          </p:nvSpPr>
          <p:spPr>
            <a:xfrm>
              <a:off x="395097" y="64770"/>
              <a:ext cx="68961" cy="55880"/>
            </a:xfrm>
            <a:custGeom>
              <a:avLst/>
              <a:gdLst/>
              <a:ahLst/>
              <a:cxnLst/>
              <a:rect l="l" t="t" r="r" b="b"/>
              <a:pathLst>
                <a:path w="68961" h="55880">
                  <a:moveTo>
                    <a:pt x="2540" y="50800"/>
                  </a:moveTo>
                  <a:lnTo>
                    <a:pt x="45593" y="50800"/>
                  </a:lnTo>
                  <a:lnTo>
                    <a:pt x="45593" y="53340"/>
                  </a:lnTo>
                  <a:lnTo>
                    <a:pt x="43053" y="53340"/>
                  </a:lnTo>
                  <a:lnTo>
                    <a:pt x="43053" y="22987"/>
                  </a:lnTo>
                  <a:lnTo>
                    <a:pt x="45593" y="22987"/>
                  </a:lnTo>
                  <a:lnTo>
                    <a:pt x="45593" y="25527"/>
                  </a:lnTo>
                  <a:lnTo>
                    <a:pt x="2540" y="25527"/>
                  </a:lnTo>
                  <a:lnTo>
                    <a:pt x="2540" y="22987"/>
                  </a:lnTo>
                  <a:lnTo>
                    <a:pt x="5080" y="22987"/>
                  </a:lnTo>
                  <a:lnTo>
                    <a:pt x="5080" y="53340"/>
                  </a:lnTo>
                  <a:lnTo>
                    <a:pt x="2540" y="53340"/>
                  </a:lnTo>
                  <a:lnTo>
                    <a:pt x="2540" y="50800"/>
                  </a:lnTo>
                  <a:moveTo>
                    <a:pt x="2540" y="55880"/>
                  </a:moveTo>
                  <a:lnTo>
                    <a:pt x="0" y="55880"/>
                  </a:lnTo>
                  <a:lnTo>
                    <a:pt x="0" y="53340"/>
                  </a:lnTo>
                  <a:lnTo>
                    <a:pt x="0" y="22987"/>
                  </a:lnTo>
                  <a:lnTo>
                    <a:pt x="0" y="20447"/>
                  </a:lnTo>
                  <a:lnTo>
                    <a:pt x="2540" y="20447"/>
                  </a:lnTo>
                  <a:lnTo>
                    <a:pt x="45593" y="20447"/>
                  </a:lnTo>
                  <a:lnTo>
                    <a:pt x="48133" y="20447"/>
                  </a:lnTo>
                  <a:lnTo>
                    <a:pt x="48133" y="22987"/>
                  </a:lnTo>
                  <a:lnTo>
                    <a:pt x="48133" y="53340"/>
                  </a:lnTo>
                  <a:lnTo>
                    <a:pt x="48133" y="55880"/>
                  </a:lnTo>
                  <a:lnTo>
                    <a:pt x="45593" y="55880"/>
                  </a:lnTo>
                  <a:lnTo>
                    <a:pt x="2540" y="55880"/>
                  </a:lnTo>
                  <a:close/>
                  <a:moveTo>
                    <a:pt x="10541" y="22860"/>
                  </a:moveTo>
                  <a:lnTo>
                    <a:pt x="10541" y="12700"/>
                  </a:lnTo>
                  <a:lnTo>
                    <a:pt x="10541" y="10160"/>
                  </a:lnTo>
                  <a:lnTo>
                    <a:pt x="13081" y="10160"/>
                  </a:lnTo>
                  <a:lnTo>
                    <a:pt x="56261" y="10160"/>
                  </a:lnTo>
                  <a:lnTo>
                    <a:pt x="58801" y="10160"/>
                  </a:lnTo>
                  <a:lnTo>
                    <a:pt x="58801" y="12700"/>
                  </a:lnTo>
                  <a:lnTo>
                    <a:pt x="58801" y="43180"/>
                  </a:lnTo>
                  <a:lnTo>
                    <a:pt x="58801" y="45720"/>
                  </a:lnTo>
                  <a:lnTo>
                    <a:pt x="56261" y="45720"/>
                  </a:lnTo>
                  <a:lnTo>
                    <a:pt x="46101" y="45720"/>
                  </a:lnTo>
                  <a:lnTo>
                    <a:pt x="46101" y="40640"/>
                  </a:lnTo>
                  <a:lnTo>
                    <a:pt x="56261" y="40640"/>
                  </a:lnTo>
                  <a:lnTo>
                    <a:pt x="56261" y="43180"/>
                  </a:lnTo>
                  <a:lnTo>
                    <a:pt x="53721" y="43180"/>
                  </a:lnTo>
                  <a:lnTo>
                    <a:pt x="53721" y="12700"/>
                  </a:lnTo>
                  <a:lnTo>
                    <a:pt x="56261" y="12700"/>
                  </a:lnTo>
                  <a:lnTo>
                    <a:pt x="56261" y="15240"/>
                  </a:lnTo>
                  <a:lnTo>
                    <a:pt x="13081" y="15240"/>
                  </a:lnTo>
                  <a:lnTo>
                    <a:pt x="13081" y="12700"/>
                  </a:lnTo>
                  <a:lnTo>
                    <a:pt x="15621" y="12700"/>
                  </a:lnTo>
                  <a:lnTo>
                    <a:pt x="15621" y="22860"/>
                  </a:lnTo>
                  <a:close/>
                  <a:moveTo>
                    <a:pt x="20701" y="12700"/>
                  </a:moveTo>
                  <a:lnTo>
                    <a:pt x="20701" y="2540"/>
                  </a:lnTo>
                  <a:lnTo>
                    <a:pt x="20701" y="0"/>
                  </a:lnTo>
                  <a:lnTo>
                    <a:pt x="23241" y="0"/>
                  </a:lnTo>
                  <a:lnTo>
                    <a:pt x="66421" y="0"/>
                  </a:lnTo>
                  <a:lnTo>
                    <a:pt x="68961" y="0"/>
                  </a:lnTo>
                  <a:lnTo>
                    <a:pt x="68961" y="2540"/>
                  </a:lnTo>
                  <a:lnTo>
                    <a:pt x="68961" y="33020"/>
                  </a:lnTo>
                  <a:lnTo>
                    <a:pt x="68961" y="35560"/>
                  </a:lnTo>
                  <a:lnTo>
                    <a:pt x="66421" y="35560"/>
                  </a:lnTo>
                  <a:lnTo>
                    <a:pt x="56261" y="35560"/>
                  </a:lnTo>
                  <a:lnTo>
                    <a:pt x="56261" y="30480"/>
                  </a:lnTo>
                  <a:lnTo>
                    <a:pt x="66421" y="30480"/>
                  </a:lnTo>
                  <a:lnTo>
                    <a:pt x="66421" y="33020"/>
                  </a:lnTo>
                  <a:lnTo>
                    <a:pt x="63881" y="33020"/>
                  </a:lnTo>
                  <a:lnTo>
                    <a:pt x="63881" y="2540"/>
                  </a:lnTo>
                  <a:lnTo>
                    <a:pt x="66421" y="2540"/>
                  </a:lnTo>
                  <a:lnTo>
                    <a:pt x="66421" y="5080"/>
                  </a:lnTo>
                  <a:lnTo>
                    <a:pt x="23241" y="5080"/>
                  </a:lnTo>
                  <a:lnTo>
                    <a:pt x="23241" y="2540"/>
                  </a:lnTo>
                  <a:lnTo>
                    <a:pt x="25781" y="2540"/>
                  </a:lnTo>
                  <a:lnTo>
                    <a:pt x="25781" y="1270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7" name="Freeform 7"/>
            <p:cNvSpPr/>
            <p:nvPr/>
          </p:nvSpPr>
          <p:spPr>
            <a:xfrm>
              <a:off x="334518" y="73660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8" name="Freeform 8"/>
            <p:cNvSpPr/>
            <p:nvPr/>
          </p:nvSpPr>
          <p:spPr>
            <a:xfrm>
              <a:off x="694309" y="76200"/>
              <a:ext cx="38100" cy="7620"/>
            </a:xfrm>
            <a:custGeom>
              <a:avLst/>
              <a:gdLst/>
              <a:ahLst/>
              <a:cxnLst/>
              <a:rect l="l" t="t" r="r" b="b"/>
              <a:pathLst>
                <a:path w="38100" h="762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9" name="Freeform 9"/>
            <p:cNvSpPr/>
            <p:nvPr/>
          </p:nvSpPr>
          <p:spPr>
            <a:xfrm>
              <a:off x="605409" y="73660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681609" y="63500"/>
              <a:ext cx="50800" cy="58420"/>
            </a:xfrm>
            <a:custGeom>
              <a:avLst/>
              <a:gdLst/>
              <a:ahLst/>
              <a:cxnLst/>
              <a:rect l="l" t="t" r="r" b="b"/>
              <a:pathLst>
                <a:path w="50800" h="5842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952627" y="63500"/>
              <a:ext cx="50800" cy="33020"/>
            </a:xfrm>
            <a:custGeom>
              <a:avLst/>
              <a:gdLst/>
              <a:ahLst/>
              <a:cxnLst/>
              <a:rect l="l" t="t" r="r" b="b"/>
              <a:pathLst>
                <a:path w="50800" h="3302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876427" y="73660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952627" y="101600"/>
              <a:ext cx="50800" cy="20320"/>
            </a:xfrm>
            <a:custGeom>
              <a:avLst/>
              <a:gdLst/>
              <a:ahLst/>
              <a:cxnLst/>
              <a:rect l="l" t="t" r="r" b="b"/>
              <a:pathLst>
                <a:path w="50800" h="2032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</a:path>
              </a:pathLst>
            </a:custGeom>
            <a:solidFill>
              <a:srgbClr val="D6D6F0"/>
            </a:solidFill>
          </p:spPr>
          <p:txBody>
            <a:bodyPr/>
            <a:lstStyle/>
            <a:p>
              <a:endParaRPr lang="es-EC"/>
            </a:p>
          </p:txBody>
        </p:sp>
      </p:grpSp>
      <p:sp>
        <p:nvSpPr>
          <p:cNvPr id="14" name="Freeform 14"/>
          <p:cNvSpPr/>
          <p:nvPr/>
        </p:nvSpPr>
        <p:spPr>
          <a:xfrm>
            <a:off x="2279746" y="0"/>
            <a:ext cx="14106730" cy="3290312"/>
          </a:xfrm>
          <a:custGeom>
            <a:avLst/>
            <a:gdLst/>
            <a:ahLst/>
            <a:cxnLst/>
            <a:rect l="l" t="t" r="r" b="b"/>
            <a:pathLst>
              <a:path w="14106730" h="3290312">
                <a:moveTo>
                  <a:pt x="0" y="0"/>
                </a:moveTo>
                <a:lnTo>
                  <a:pt x="14106731" y="0"/>
                </a:lnTo>
                <a:lnTo>
                  <a:pt x="14106731" y="3290312"/>
                </a:lnTo>
                <a:lnTo>
                  <a:pt x="0" y="3290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4447774" y="9481630"/>
            <a:ext cx="1617188" cy="552092"/>
            <a:chOff x="0" y="0"/>
            <a:chExt cx="543065" cy="185395"/>
          </a:xfrm>
        </p:grpSpPr>
        <p:sp>
          <p:nvSpPr>
            <p:cNvPr id="16" name="Freeform 16"/>
            <p:cNvSpPr/>
            <p:nvPr/>
          </p:nvSpPr>
          <p:spPr>
            <a:xfrm>
              <a:off x="63500" y="63500"/>
              <a:ext cx="50800" cy="58420"/>
            </a:xfrm>
            <a:custGeom>
              <a:avLst/>
              <a:gdLst/>
              <a:ahLst/>
              <a:cxnLst/>
              <a:rect l="l" t="t" r="r" b="b"/>
              <a:pathLst>
                <a:path w="50800" h="5842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362331" y="95123"/>
              <a:ext cx="25654" cy="25654"/>
            </a:xfrm>
            <a:custGeom>
              <a:avLst/>
              <a:gdLst/>
              <a:ahLst/>
              <a:cxnLst/>
              <a:rect l="l" t="t" r="r" b="b"/>
              <a:pathLst>
                <a:path w="25654" h="25654">
                  <a:moveTo>
                    <a:pt x="5334" y="0"/>
                  </a:moveTo>
                  <a:lnTo>
                    <a:pt x="25654" y="20320"/>
                  </a:lnTo>
                  <a:lnTo>
                    <a:pt x="20320" y="25654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335534" y="68707"/>
              <a:ext cx="35306" cy="35306"/>
            </a:xfrm>
            <a:custGeom>
              <a:avLst/>
              <a:gdLst/>
              <a:ahLst/>
              <a:cxnLst/>
              <a:rect l="l" t="t" r="r" b="b"/>
              <a:pathLst>
                <a:path w="35306" h="35306">
                  <a:moveTo>
                    <a:pt x="30226" y="17780"/>
                  </a:moveTo>
                  <a:cubicBezTo>
                    <a:pt x="30226" y="10795"/>
                    <a:pt x="24511" y="5080"/>
                    <a:pt x="17526" y="5080"/>
                  </a:cubicBezTo>
                  <a:lnTo>
                    <a:pt x="17526" y="2540"/>
                  </a:lnTo>
                  <a:lnTo>
                    <a:pt x="17526" y="5080"/>
                  </a:lnTo>
                  <a:cubicBezTo>
                    <a:pt x="10541" y="5080"/>
                    <a:pt x="4826" y="10795"/>
                    <a:pt x="4826" y="17780"/>
                  </a:cubicBezTo>
                  <a:lnTo>
                    <a:pt x="2286" y="17780"/>
                  </a:lnTo>
                  <a:lnTo>
                    <a:pt x="4826" y="17780"/>
                  </a:lnTo>
                  <a:cubicBezTo>
                    <a:pt x="4826" y="24765"/>
                    <a:pt x="10541" y="30480"/>
                    <a:pt x="17526" y="30480"/>
                  </a:cubicBezTo>
                  <a:lnTo>
                    <a:pt x="17526" y="32893"/>
                  </a:lnTo>
                  <a:lnTo>
                    <a:pt x="17526" y="30353"/>
                  </a:lnTo>
                  <a:cubicBezTo>
                    <a:pt x="24511" y="30353"/>
                    <a:pt x="30226" y="24638"/>
                    <a:pt x="30226" y="17653"/>
                  </a:cubicBezTo>
                  <a:lnTo>
                    <a:pt x="32766" y="17653"/>
                  </a:lnTo>
                  <a:lnTo>
                    <a:pt x="30226" y="17653"/>
                  </a:lnTo>
                  <a:moveTo>
                    <a:pt x="35306" y="17653"/>
                  </a:moveTo>
                  <a:cubicBezTo>
                    <a:pt x="35306" y="27432"/>
                    <a:pt x="27432" y="35306"/>
                    <a:pt x="17653" y="35306"/>
                  </a:cubicBezTo>
                  <a:cubicBezTo>
                    <a:pt x="7874" y="35306"/>
                    <a:pt x="0" y="27432"/>
                    <a:pt x="0" y="17653"/>
                  </a:cubicBezTo>
                  <a:cubicBezTo>
                    <a:pt x="0" y="7874"/>
                    <a:pt x="7874" y="0"/>
                    <a:pt x="17653" y="0"/>
                  </a:cubicBezTo>
                  <a:cubicBezTo>
                    <a:pt x="27432" y="0"/>
                    <a:pt x="35306" y="7874"/>
                    <a:pt x="35306" y="17653"/>
                  </a:cubicBez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40157" y="64770"/>
              <a:ext cx="239268" cy="55880"/>
            </a:xfrm>
            <a:custGeom>
              <a:avLst/>
              <a:gdLst/>
              <a:ahLst/>
              <a:cxnLst/>
              <a:rect l="l" t="t" r="r" b="b"/>
              <a:pathLst>
                <a:path w="239268" h="55880">
                  <a:moveTo>
                    <a:pt x="43561" y="50800"/>
                  </a:moveTo>
                  <a:cubicBezTo>
                    <a:pt x="55880" y="50800"/>
                    <a:pt x="66421" y="40513"/>
                    <a:pt x="66421" y="27940"/>
                  </a:cubicBezTo>
                  <a:lnTo>
                    <a:pt x="68961" y="27940"/>
                  </a:lnTo>
                  <a:lnTo>
                    <a:pt x="66421" y="27940"/>
                  </a:lnTo>
                  <a:cubicBezTo>
                    <a:pt x="66421" y="15367"/>
                    <a:pt x="56134" y="5080"/>
                    <a:pt x="43561" y="5080"/>
                  </a:cubicBezTo>
                  <a:lnTo>
                    <a:pt x="43561" y="2540"/>
                  </a:lnTo>
                  <a:lnTo>
                    <a:pt x="43561" y="5080"/>
                  </a:lnTo>
                  <a:cubicBezTo>
                    <a:pt x="30988" y="5080"/>
                    <a:pt x="20701" y="15367"/>
                    <a:pt x="20701" y="27940"/>
                  </a:cubicBezTo>
                  <a:cubicBezTo>
                    <a:pt x="20701" y="29337"/>
                    <a:pt x="19558" y="30480"/>
                    <a:pt x="18161" y="30480"/>
                  </a:cubicBezTo>
                  <a:cubicBezTo>
                    <a:pt x="16764" y="30480"/>
                    <a:pt x="15621" y="29337"/>
                    <a:pt x="15621" y="27940"/>
                  </a:cubicBezTo>
                  <a:cubicBezTo>
                    <a:pt x="15621" y="12573"/>
                    <a:pt x="28194" y="0"/>
                    <a:pt x="43561" y="0"/>
                  </a:cubicBezTo>
                  <a:cubicBezTo>
                    <a:pt x="58928" y="0"/>
                    <a:pt x="71501" y="12573"/>
                    <a:pt x="71501" y="27940"/>
                  </a:cubicBezTo>
                  <a:cubicBezTo>
                    <a:pt x="71501" y="43307"/>
                    <a:pt x="58674" y="55880"/>
                    <a:pt x="43561" y="55880"/>
                  </a:cubicBezTo>
                  <a:cubicBezTo>
                    <a:pt x="42164" y="55880"/>
                    <a:pt x="41021" y="54737"/>
                    <a:pt x="41021" y="53340"/>
                  </a:cubicBezTo>
                  <a:cubicBezTo>
                    <a:pt x="41021" y="51943"/>
                    <a:pt x="42164" y="50800"/>
                    <a:pt x="43561" y="50800"/>
                  </a:cubicBezTo>
                  <a:close/>
                  <a:moveTo>
                    <a:pt x="35052" y="22225"/>
                  </a:moveTo>
                  <a:lnTo>
                    <a:pt x="19812" y="34925"/>
                  </a:lnTo>
                  <a:lnTo>
                    <a:pt x="18161" y="36322"/>
                  </a:lnTo>
                  <a:lnTo>
                    <a:pt x="16510" y="34925"/>
                  </a:lnTo>
                  <a:lnTo>
                    <a:pt x="1270" y="22225"/>
                  </a:lnTo>
                  <a:cubicBezTo>
                    <a:pt x="254" y="21336"/>
                    <a:pt x="0" y="19685"/>
                    <a:pt x="889" y="18669"/>
                  </a:cubicBezTo>
                  <a:cubicBezTo>
                    <a:pt x="1778" y="17653"/>
                    <a:pt x="3429" y="17399"/>
                    <a:pt x="4445" y="18288"/>
                  </a:cubicBezTo>
                  <a:lnTo>
                    <a:pt x="19685" y="30988"/>
                  </a:lnTo>
                  <a:lnTo>
                    <a:pt x="18034" y="32893"/>
                  </a:lnTo>
                  <a:lnTo>
                    <a:pt x="16383" y="30988"/>
                  </a:lnTo>
                  <a:lnTo>
                    <a:pt x="31623" y="18288"/>
                  </a:lnTo>
                  <a:cubicBezTo>
                    <a:pt x="32639" y="17399"/>
                    <a:pt x="34290" y="17526"/>
                    <a:pt x="35179" y="18669"/>
                  </a:cubicBezTo>
                  <a:cubicBezTo>
                    <a:pt x="36068" y="19812"/>
                    <a:pt x="35941" y="21336"/>
                    <a:pt x="34798" y="22225"/>
                  </a:cubicBezTo>
                  <a:close/>
                  <a:moveTo>
                    <a:pt x="195961" y="55880"/>
                  </a:moveTo>
                  <a:cubicBezTo>
                    <a:pt x="180594" y="55880"/>
                    <a:pt x="168021" y="43307"/>
                    <a:pt x="168021" y="27940"/>
                  </a:cubicBezTo>
                  <a:lnTo>
                    <a:pt x="170561" y="27940"/>
                  </a:lnTo>
                  <a:lnTo>
                    <a:pt x="168021" y="27940"/>
                  </a:lnTo>
                  <a:cubicBezTo>
                    <a:pt x="168021" y="12573"/>
                    <a:pt x="180594" y="0"/>
                    <a:pt x="195961" y="0"/>
                  </a:cubicBezTo>
                  <a:lnTo>
                    <a:pt x="195961" y="2540"/>
                  </a:lnTo>
                  <a:lnTo>
                    <a:pt x="195961" y="0"/>
                  </a:lnTo>
                  <a:cubicBezTo>
                    <a:pt x="211328" y="0"/>
                    <a:pt x="223901" y="12573"/>
                    <a:pt x="223901" y="27940"/>
                  </a:cubicBezTo>
                  <a:cubicBezTo>
                    <a:pt x="223901" y="29337"/>
                    <a:pt x="222758" y="30480"/>
                    <a:pt x="221361" y="30480"/>
                  </a:cubicBezTo>
                  <a:cubicBezTo>
                    <a:pt x="219964" y="30480"/>
                    <a:pt x="218821" y="29337"/>
                    <a:pt x="218821" y="27940"/>
                  </a:cubicBezTo>
                  <a:cubicBezTo>
                    <a:pt x="218821" y="15367"/>
                    <a:pt x="208534" y="5080"/>
                    <a:pt x="195961" y="5080"/>
                  </a:cubicBezTo>
                  <a:cubicBezTo>
                    <a:pt x="183388" y="5080"/>
                    <a:pt x="173101" y="15367"/>
                    <a:pt x="173101" y="27940"/>
                  </a:cubicBezTo>
                  <a:cubicBezTo>
                    <a:pt x="173101" y="40513"/>
                    <a:pt x="183388" y="50800"/>
                    <a:pt x="195961" y="50800"/>
                  </a:cubicBezTo>
                  <a:cubicBezTo>
                    <a:pt x="197358" y="50800"/>
                    <a:pt x="198501" y="51943"/>
                    <a:pt x="198501" y="53340"/>
                  </a:cubicBezTo>
                  <a:cubicBezTo>
                    <a:pt x="198501" y="54737"/>
                    <a:pt x="197358" y="55880"/>
                    <a:pt x="195961" y="55880"/>
                  </a:cubicBezTo>
                  <a:close/>
                  <a:moveTo>
                    <a:pt x="238252" y="22225"/>
                  </a:moveTo>
                  <a:lnTo>
                    <a:pt x="223012" y="34925"/>
                  </a:lnTo>
                  <a:lnTo>
                    <a:pt x="221361" y="36322"/>
                  </a:lnTo>
                  <a:lnTo>
                    <a:pt x="219710" y="34925"/>
                  </a:lnTo>
                  <a:lnTo>
                    <a:pt x="204470" y="22225"/>
                  </a:lnTo>
                  <a:cubicBezTo>
                    <a:pt x="203454" y="21336"/>
                    <a:pt x="203200" y="19685"/>
                    <a:pt x="204089" y="18669"/>
                  </a:cubicBezTo>
                  <a:cubicBezTo>
                    <a:pt x="204978" y="17653"/>
                    <a:pt x="206629" y="17399"/>
                    <a:pt x="207645" y="18288"/>
                  </a:cubicBezTo>
                  <a:lnTo>
                    <a:pt x="222885" y="30988"/>
                  </a:lnTo>
                  <a:lnTo>
                    <a:pt x="221234" y="32893"/>
                  </a:lnTo>
                  <a:lnTo>
                    <a:pt x="219583" y="30988"/>
                  </a:lnTo>
                  <a:lnTo>
                    <a:pt x="234823" y="18288"/>
                  </a:lnTo>
                  <a:cubicBezTo>
                    <a:pt x="235839" y="17399"/>
                    <a:pt x="237490" y="17526"/>
                    <a:pt x="238379" y="18669"/>
                  </a:cubicBezTo>
                  <a:cubicBezTo>
                    <a:pt x="239268" y="19812"/>
                    <a:pt x="239141" y="21336"/>
                    <a:pt x="237998" y="22225"/>
                  </a:cubicBezTo>
                  <a:close/>
                </a:path>
              </a:pathLst>
            </a:custGeom>
            <a:solidFill>
              <a:srgbClr val="ADADE0"/>
            </a:solidFill>
          </p:spPr>
          <p:txBody>
            <a:bodyPr/>
            <a:lstStyle/>
            <a:p>
              <a:endParaRPr lang="es-EC"/>
            </a:p>
          </p:txBody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2090639" y="9776084"/>
            <a:ext cx="14100263" cy="704722"/>
            <a:chOff x="0" y="0"/>
            <a:chExt cx="4734928" cy="236652"/>
          </a:xfrm>
        </p:grpSpPr>
        <p:sp>
          <p:nvSpPr>
            <p:cNvPr id="21" name="Freeform 21"/>
            <p:cNvSpPr/>
            <p:nvPr/>
          </p:nvSpPr>
          <p:spPr>
            <a:xfrm>
              <a:off x="63500" y="63500"/>
              <a:ext cx="1535938" cy="109601"/>
            </a:xfrm>
            <a:custGeom>
              <a:avLst/>
              <a:gdLst/>
              <a:ahLst/>
              <a:cxnLst/>
              <a:rect l="l" t="t" r="r" b="b"/>
              <a:pathLst>
                <a:path w="1535938" h="109601">
                  <a:moveTo>
                    <a:pt x="0" y="109601"/>
                  </a:moveTo>
                  <a:lnTo>
                    <a:pt x="1535938" y="109601"/>
                  </a:lnTo>
                  <a:lnTo>
                    <a:pt x="15359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1599438" y="63500"/>
              <a:ext cx="1536065" cy="109601"/>
            </a:xfrm>
            <a:custGeom>
              <a:avLst/>
              <a:gdLst/>
              <a:ahLst/>
              <a:cxnLst/>
              <a:rect l="l" t="t" r="r" b="b"/>
              <a:pathLst>
                <a:path w="1536065" h="109601">
                  <a:moveTo>
                    <a:pt x="0" y="109601"/>
                  </a:moveTo>
                  <a:lnTo>
                    <a:pt x="1536065" y="109601"/>
                  </a:lnTo>
                  <a:lnTo>
                    <a:pt x="15360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8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3135503" y="63500"/>
              <a:ext cx="1535938" cy="109601"/>
            </a:xfrm>
            <a:custGeom>
              <a:avLst/>
              <a:gdLst/>
              <a:ahLst/>
              <a:cxnLst/>
              <a:rect l="l" t="t" r="r" b="b"/>
              <a:pathLst>
                <a:path w="1535938" h="109601">
                  <a:moveTo>
                    <a:pt x="0" y="109601"/>
                  </a:moveTo>
                  <a:lnTo>
                    <a:pt x="1535938" y="109601"/>
                  </a:lnTo>
                  <a:lnTo>
                    <a:pt x="15359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/>
            <a:lstStyle/>
            <a:p>
              <a:endParaRPr lang="es-EC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601374" y="222855"/>
            <a:ext cx="2961226" cy="710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81"/>
              </a:lnSpc>
            </a:pPr>
            <a:r>
              <a:rPr lang="en-US" sz="4272" spc="-17" dirty="0" err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Resultados</a:t>
            </a:r>
            <a:endParaRPr lang="en-US" sz="4272" spc="-17" dirty="0">
              <a:solidFill>
                <a:srgbClr val="FFFFFF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692312" y="1382764"/>
            <a:ext cx="10719099" cy="117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84"/>
              </a:lnSpc>
            </a:pPr>
            <a:r>
              <a:rPr lang="en-US" sz="3560" spc="-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Resultados (3)</a:t>
            </a:r>
          </a:p>
          <a:p>
            <a:pPr algn="l">
              <a:lnSpc>
                <a:spcPts val="4548"/>
              </a:lnSpc>
            </a:pPr>
            <a:r>
              <a:rPr lang="en-US" sz="3248" spc="5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Resultados</a:t>
            </a:r>
            <a:r>
              <a:rPr lang="en-US" sz="3248" spc="5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5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</a:t>
            </a:r>
            <a:r>
              <a:rPr lang="en-US" sz="3248" spc="5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5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la</a:t>
            </a:r>
            <a:r>
              <a:rPr lang="en-US" sz="3248" spc="5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248" spc="5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predicción de la actividad de cocinar (ut15)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836319" y="9974597"/>
            <a:ext cx="1490143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Magaly Aguiar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18419" y="9974597"/>
            <a:ext cx="1473634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  <a:hlinkClick r:id="rId3" action="ppaction://hlinksldjump"/>
              </a:rPr>
              <a:t>Proyecto</a:t>
            </a: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  <a:hlinkClick r:id="rId3" action="ppaction://hlinksldjump"/>
              </a:rPr>
              <a:t>Final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421537" y="9974597"/>
            <a:ext cx="1944177" cy="28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-3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3 de mayo de 2025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240484" y="9974597"/>
            <a:ext cx="950418" cy="295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1780" spc="17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11/11</a:t>
            </a:r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B0C53386-A793-1B5B-3262-85A53BED3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54" y="3589932"/>
            <a:ext cx="9022311" cy="4477009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5786936B-BCA3-44DC-F32D-3A6B356ABF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6631" y="3488324"/>
            <a:ext cx="7675003" cy="45786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738</Words>
  <Application>Microsoft Office PowerPoint</Application>
  <PresentationFormat>Personalizado</PresentationFormat>
  <Paragraphs>139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IBM Plex Sans</vt:lpstr>
      <vt:lpstr>Arial</vt:lpstr>
      <vt:lpstr>Calibri</vt:lpstr>
      <vt:lpstr>IBM Plex Sans Condensed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proyecto final figuras geométricas azul</dc:title>
  <dc:creator>Magaly Aguiar</dc:creator>
  <cp:lastModifiedBy>Magaly Aguiar</cp:lastModifiedBy>
  <cp:revision>2</cp:revision>
  <dcterms:created xsi:type="dcterms:W3CDTF">2006-08-16T00:00:00Z</dcterms:created>
  <dcterms:modified xsi:type="dcterms:W3CDTF">2025-05-03T04:00:28Z</dcterms:modified>
  <dc:identifier>DAGmUFYjxBg</dc:identifier>
</cp:coreProperties>
</file>